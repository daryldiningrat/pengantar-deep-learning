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3/23/2019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Guido_van_Rossum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ython.org/psf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belajarpython.com/tutorial/kondisi-if-else-python" TargetMode="External"/><Relationship Id="rId3" Type="http://schemas.openxmlformats.org/officeDocument/2006/relationships/hyperlink" Target="https://belajarpython.com/tutorial/object-class-python" TargetMode="External"/><Relationship Id="rId7" Type="http://schemas.openxmlformats.org/officeDocument/2006/relationships/hyperlink" Target="https://www.petanikode.com/python-windows/" TargetMode="External"/><Relationship Id="rId2" Type="http://schemas.openxmlformats.org/officeDocument/2006/relationships/hyperlink" Target="https://wiki.python.org/moin/UsefulModul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elajarpython.com/tutorial/variabel-python" TargetMode="External"/><Relationship Id="rId5" Type="http://schemas.openxmlformats.org/officeDocument/2006/relationships/hyperlink" Target="https://packaging.python.org/discussions/pip-vs-easy-install/" TargetMode="External"/><Relationship Id="rId4" Type="http://schemas.openxmlformats.org/officeDocument/2006/relationships/hyperlink" Target="https://belajarpython.com/tutorial/tipe-data-python" TargetMode="External"/><Relationship Id="rId9" Type="http://schemas.openxmlformats.org/officeDocument/2006/relationships/hyperlink" Target="https://www.codepolitan.com/melihat-berbagai-macam-function-py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Pengenalan</a:t>
            </a:r>
            <a:r>
              <a:rPr lang="en-US" dirty="0" smtClean="0"/>
              <a:t> python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Daryl </a:t>
            </a:r>
            <a:r>
              <a:rPr lang="en-US" dirty="0" err="1" smtClean="0"/>
              <a:t>Diningrat</a:t>
            </a:r>
            <a:endParaRPr lang="en-US" dirty="0" smtClean="0"/>
          </a:p>
          <a:p>
            <a:r>
              <a:rPr lang="en-US" dirty="0" smtClean="0"/>
              <a:t>51415600</a:t>
            </a:r>
          </a:p>
          <a:p>
            <a:r>
              <a:rPr lang="en-US" dirty="0" smtClean="0"/>
              <a:t>4IA17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7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Apa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 python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>
                <a:hlinkClick r:id="rId2"/>
              </a:rPr>
              <a:t>Python</a:t>
            </a:r>
            <a:r>
              <a:rPr lang="en-US" dirty="0"/>
              <a:t> 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interpretatif</a:t>
            </a:r>
            <a:r>
              <a:rPr lang="en-US" dirty="0"/>
              <a:t> </a:t>
            </a:r>
            <a:r>
              <a:rPr lang="en-US" dirty="0" err="1"/>
              <a:t>multiguna</a:t>
            </a:r>
            <a:r>
              <a:rPr lang="en-US" dirty="0"/>
              <a:t>.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lain yang </a:t>
            </a:r>
            <a:r>
              <a:rPr lang="en-US" dirty="0" err="1"/>
              <a:t>susah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, python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menekankan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keterbacaan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agar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sintaks</a:t>
            </a:r>
            <a:r>
              <a:rPr lang="en-US" dirty="0"/>
              <a:t>.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Python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pemula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menguasai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lain.</a:t>
            </a:r>
          </a:p>
          <a:p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kali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1991, </a:t>
            </a:r>
            <a:r>
              <a:rPr lang="en-US" dirty="0" err="1" smtClean="0"/>
              <a:t>dirancang</a:t>
            </a:r>
            <a:r>
              <a:rPr lang="en-US" dirty="0" smtClean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 </a:t>
            </a:r>
            <a:r>
              <a:rPr lang="en-US" u="sng" dirty="0">
                <a:hlinkClick r:id="rId3"/>
              </a:rPr>
              <a:t>Guido van </a:t>
            </a:r>
            <a:r>
              <a:rPr lang="en-US" u="sng" dirty="0" err="1">
                <a:hlinkClick r:id="rId3"/>
              </a:rPr>
              <a:t>Rossum</a:t>
            </a:r>
            <a:r>
              <a:rPr lang="en-US" dirty="0"/>
              <a:t>.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Python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 </a:t>
            </a:r>
            <a:r>
              <a:rPr lang="en-US" u="sng" dirty="0">
                <a:hlinkClick r:id="rId4"/>
              </a:rPr>
              <a:t>Python Software Foundation</a:t>
            </a:r>
            <a:r>
              <a:rPr lang="en-US" dirty="0"/>
              <a:t>. </a:t>
            </a:r>
            <a:r>
              <a:rPr lang="en-US" dirty="0" err="1"/>
              <a:t>Bahasa</a:t>
            </a:r>
            <a:r>
              <a:rPr lang="en-US" dirty="0"/>
              <a:t> Python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, </a:t>
            </a:r>
            <a:r>
              <a:rPr lang="en-US" dirty="0" err="1"/>
              <a:t>bahkan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Linux,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distronya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menyertakan</a:t>
            </a:r>
            <a:r>
              <a:rPr lang="en-US" dirty="0"/>
              <a:t> Python di </a:t>
            </a:r>
            <a:r>
              <a:rPr lang="en-US" dirty="0" err="1"/>
              <a:t>dalamnya</a:t>
            </a:r>
            <a:r>
              <a:rPr lang="en-US" dirty="0"/>
              <a:t>.</a:t>
            </a:r>
          </a:p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yang </a:t>
            </a:r>
            <a:r>
              <a:rPr lang="en-US" dirty="0" err="1"/>
              <a:t>simpel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diimplementasikan</a:t>
            </a:r>
            <a:r>
              <a:rPr lang="en-US" dirty="0"/>
              <a:t>, </a:t>
            </a:r>
            <a:r>
              <a:rPr lang="en-US" dirty="0" err="1"/>
              <a:t>seorang</a:t>
            </a:r>
            <a:r>
              <a:rPr lang="en-US" dirty="0"/>
              <a:t> programmer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mengutamakan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,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malah</a:t>
            </a:r>
            <a:r>
              <a:rPr lang="en-US" dirty="0"/>
              <a:t> </a:t>
            </a:r>
            <a:r>
              <a:rPr lang="en-US" dirty="0" err="1"/>
              <a:t>sibuk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syntax error.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39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python on windows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001" y="2864060"/>
            <a:ext cx="1543050" cy="1352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26" y="2140491"/>
            <a:ext cx="4200443" cy="30141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3983" y="2140491"/>
            <a:ext cx="4231759" cy="301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997641"/>
            <a:ext cx="4557688" cy="3180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" y="2361537"/>
            <a:ext cx="7839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 smtClean="0"/>
              <a:t>Kustomisasi</a:t>
            </a:r>
            <a:r>
              <a:rPr lang="en-US" sz="2800" dirty="0" smtClean="0"/>
              <a:t> </a:t>
            </a:r>
            <a:r>
              <a:rPr lang="en-US" sz="2800" dirty="0" err="1" smtClean="0"/>
              <a:t>menambahkan</a:t>
            </a:r>
            <a:r>
              <a:rPr lang="en-US" sz="2800" dirty="0" smtClean="0"/>
              <a:t> python.exe </a:t>
            </a:r>
            <a:r>
              <a:rPr lang="en-US" sz="2800" dirty="0" err="1" smtClean="0"/>
              <a:t>ke</a:t>
            </a:r>
            <a:r>
              <a:rPr lang="en-US" sz="2800" dirty="0" smtClean="0"/>
              <a:t> </a:t>
            </a:r>
            <a:r>
              <a:rPr lang="en-US" sz="2800" dirty="0" err="1" smtClean="0"/>
              <a:t>dalam</a:t>
            </a:r>
            <a:r>
              <a:rPr lang="en-US" sz="2800" dirty="0" smtClean="0"/>
              <a:t> path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536" y="2997641"/>
            <a:ext cx="5043777" cy="318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5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372" y="2455600"/>
            <a:ext cx="5193792" cy="30546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948" y="2348932"/>
            <a:ext cx="5396395" cy="316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2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Easy install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750561"/>
            <a:ext cx="8702454" cy="1881612"/>
          </a:xfrm>
          <a:prstGeom prst="rect">
            <a:avLst/>
          </a:prstGeom>
        </p:spPr>
      </p:pic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024128" y="2275128"/>
            <a:ext cx="9393140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Easy Install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adalah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modul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python (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latin typeface="Arial Unicode MS" panose="020B0604020202020204" pitchFamily="34" charset="-128"/>
              </a:rPr>
              <a:t>easy_install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 ) yang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dibundel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dengan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latin typeface="Arial Unicode MS" panose="020B0604020202020204" pitchFamily="34" charset="-128"/>
              </a:rPr>
              <a:t>setuptools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 yang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memungkinkan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Anda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mengunduh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membuat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memasang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dan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mengelola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paket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Python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secara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otomatis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3E4349"/>
                </a:solidFill>
                <a:effectLst/>
                <a:cs typeface="Arial" panose="020B0604020202020204" pitchFamily="34" charset="0"/>
              </a:rPr>
              <a:t>.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86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141" y="2147474"/>
            <a:ext cx="6290045" cy="341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3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 </a:t>
            </a:r>
            <a:r>
              <a:rPr lang="en-US" dirty="0" err="1" smtClean="0"/>
              <a:t>instal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pip</a:t>
            </a:r>
            <a:r>
              <a:rPr lang="en-US" dirty="0"/>
              <a:t> </a:t>
            </a:r>
            <a:r>
              <a:rPr lang="en-US" dirty="0" err="1" smtClean="0"/>
              <a:t>adalah</a:t>
            </a:r>
            <a:r>
              <a:rPr lang="en-US" dirty="0" smtClean="0"/>
              <a:t> system </a:t>
            </a:r>
            <a:r>
              <a:rPr lang="en-US" dirty="0" err="1" smtClean="0"/>
              <a:t>manajemen</a:t>
            </a:r>
            <a:r>
              <a:rPr lang="en-US" dirty="0" smtClean="0"/>
              <a:t> </a:t>
            </a:r>
            <a:r>
              <a:rPr lang="en-US" dirty="0" err="1" smtClean="0"/>
              <a:t>paket</a:t>
            </a:r>
            <a:r>
              <a:rPr lang="en-US" dirty="0" smtClean="0"/>
              <a:t> yang</a:t>
            </a:r>
            <a:r>
              <a:rPr lang="en-US" dirty="0"/>
              <a:t> 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menginstal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 </a:t>
            </a:r>
            <a:r>
              <a:rPr lang="en-US" dirty="0" err="1" smtClean="0"/>
              <a:t>paket</a:t>
            </a:r>
            <a:r>
              <a:rPr lang="en-US" dirty="0" smtClean="0"/>
              <a:t> </a:t>
            </a:r>
            <a:r>
              <a:rPr lang="en-US" dirty="0" err="1" smtClean="0"/>
              <a:t>perangkat</a:t>
            </a:r>
            <a:r>
              <a:rPr lang="en-US" dirty="0" smtClean="0"/>
              <a:t> </a:t>
            </a:r>
            <a:r>
              <a:rPr lang="en-US" dirty="0" err="1" smtClean="0"/>
              <a:t>lunak</a:t>
            </a:r>
            <a:r>
              <a:rPr lang="en-US" dirty="0" smtClean="0"/>
              <a:t> yang </a:t>
            </a:r>
            <a:r>
              <a:rPr lang="en-US" dirty="0" err="1" smtClean="0"/>
              <a:t>ditulis</a:t>
            </a:r>
            <a:r>
              <a:rPr lang="en-US" dirty="0" smtClean="0"/>
              <a:t> </a:t>
            </a:r>
            <a:r>
              <a:rPr lang="en-US" dirty="0" err="1"/>
              <a:t>dengan</a:t>
            </a:r>
            <a:r>
              <a:rPr lang="en-US" dirty="0"/>
              <a:t> </a:t>
            </a:r>
            <a:r>
              <a:rPr lang="en-US" dirty="0" smtClean="0"/>
              <a:t>Python</a:t>
            </a:r>
            <a:r>
              <a:rPr lang="en-US" dirty="0"/>
              <a:t> .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di </a:t>
            </a:r>
            <a:r>
              <a:rPr lang="en-US" dirty="0" err="1"/>
              <a:t>sumber</a:t>
            </a:r>
            <a:r>
              <a:rPr lang="en-US" dirty="0"/>
              <a:t> default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dependensinya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179288"/>
            <a:ext cx="9636278" cy="95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9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3084068"/>
            <a:ext cx="9720262" cy="242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1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Easy_install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pip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336" y="2286000"/>
            <a:ext cx="7561465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0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 on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media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menampung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.</a:t>
            </a:r>
          </a:p>
          <a:p>
            <a:r>
              <a:rPr lang="en-US" dirty="0"/>
              <a:t>Python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unik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yang lain.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4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278049"/>
            <a:ext cx="5898147" cy="4022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109" y="2278049"/>
            <a:ext cx="4311427" cy="18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6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 yang </a:t>
            </a:r>
            <a:r>
              <a:rPr lang="en-US" dirty="0" err="1"/>
              <a:t>dicadangkan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.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memesan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di </a:t>
            </a:r>
            <a:r>
              <a:rPr lang="en-US" dirty="0" err="1"/>
              <a:t>memori</a:t>
            </a:r>
            <a:r>
              <a:rPr lang="en-US" dirty="0"/>
              <a:t>.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data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program </a:t>
            </a:r>
            <a:r>
              <a:rPr lang="en-US" dirty="0" err="1"/>
              <a:t>dieksekusi</a:t>
            </a:r>
            <a:r>
              <a:rPr lang="en-US" dirty="0"/>
              <a:t>, yang </a:t>
            </a:r>
            <a:r>
              <a:rPr lang="en-US" dirty="0" err="1"/>
              <a:t>nantinya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-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program yang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.</a:t>
            </a:r>
          </a:p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macam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data.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Python,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yang </a:t>
            </a:r>
            <a:r>
              <a:rPr lang="en-US" dirty="0" err="1"/>
              <a:t>dinamis</a:t>
            </a:r>
            <a:r>
              <a:rPr lang="en-US" dirty="0"/>
              <a:t>,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Python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didekralasikan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Python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program </a:t>
            </a:r>
            <a:r>
              <a:rPr lang="en-US" dirty="0" err="1"/>
              <a:t>dijalankan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8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Python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 smtClean="0"/>
              <a:t>Karakter</a:t>
            </a:r>
            <a:r>
              <a:rPr lang="en-US" dirty="0" smtClean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/underscore </a:t>
            </a:r>
            <a:r>
              <a:rPr lang="en-US" dirty="0" smtClean="0"/>
              <a:t>_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/>
              <a:t>Karakter</a:t>
            </a:r>
            <a:r>
              <a:rPr lang="en-US" dirty="0" smtClean="0"/>
              <a:t>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, </a:t>
            </a:r>
            <a:r>
              <a:rPr lang="en-US" dirty="0" err="1"/>
              <a:t>garis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/underscore _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 smtClean="0"/>
              <a:t>angka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/>
              <a:t>Karakter</a:t>
            </a:r>
            <a:r>
              <a:rPr lang="en-US" dirty="0" smtClean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sensitif</a:t>
            </a:r>
            <a:r>
              <a:rPr lang="en-US" dirty="0"/>
              <a:t> (case-</a:t>
            </a:r>
            <a:r>
              <a:rPr lang="en-US" dirty="0" err="1"/>
              <a:t>sensitif</a:t>
            </a:r>
            <a:r>
              <a:rPr lang="en-US" dirty="0"/>
              <a:t>).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.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,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namaDepan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namadepan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31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4933" y="2286000"/>
            <a:ext cx="589827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data on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List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data yang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koleksi</a:t>
            </a:r>
            <a:r>
              <a:rPr lang="en-US" dirty="0"/>
              <a:t> data </a:t>
            </a:r>
            <a:r>
              <a:rPr lang="en-US" dirty="0" err="1"/>
              <a:t>terurut</a:t>
            </a:r>
            <a:r>
              <a:rPr lang="en-US" dirty="0"/>
              <a:t>,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sequence / </a:t>
            </a:r>
            <a:r>
              <a:rPr lang="en-US" dirty="0" err="1"/>
              <a:t>rangkaian</a:t>
            </a:r>
            <a:r>
              <a:rPr lang="en-US" dirty="0"/>
              <a:t> item </a:t>
            </a:r>
            <a:r>
              <a:rPr lang="en-US" dirty="0" err="1"/>
              <a:t>menggunakan</a:t>
            </a:r>
            <a:r>
              <a:rPr lang="en-US" dirty="0"/>
              <a:t> list.</a:t>
            </a:r>
          </a:p>
          <a:p>
            <a:endParaRPr lang="en-US" dirty="0"/>
          </a:p>
          <a:p>
            <a:r>
              <a:rPr lang="en-US" dirty="0"/>
              <a:t>Item </a:t>
            </a:r>
            <a:r>
              <a:rPr lang="en-US" dirty="0" err="1"/>
              <a:t>dalam</a:t>
            </a:r>
            <a:r>
              <a:rPr lang="en-US" dirty="0"/>
              <a:t> list </a:t>
            </a:r>
            <a:r>
              <a:rPr lang="en-US" dirty="0" err="1"/>
              <a:t>ditutup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</a:t>
            </a:r>
            <a:r>
              <a:rPr lang="en-US" dirty="0" err="1"/>
              <a:t>siku</a:t>
            </a:r>
            <a:r>
              <a:rPr lang="en-US" dirty="0"/>
              <a:t> [] (list literal). </a:t>
            </a:r>
            <a:r>
              <a:rPr lang="en-US" dirty="0" err="1"/>
              <a:t>Setelah</a:t>
            </a:r>
            <a:r>
              <a:rPr lang="en-US" dirty="0"/>
              <a:t> list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menambah</a:t>
            </a:r>
            <a:r>
              <a:rPr lang="en-US" dirty="0"/>
              <a:t>, </a:t>
            </a:r>
            <a:r>
              <a:rPr lang="en-US" dirty="0" err="1"/>
              <a:t>mengurangi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item </a:t>
            </a:r>
            <a:r>
              <a:rPr lang="en-US" dirty="0" err="1"/>
              <a:t>pada</a:t>
            </a:r>
            <a:r>
              <a:rPr lang="en-US" dirty="0"/>
              <a:t> list.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item, list </a:t>
            </a:r>
            <a:r>
              <a:rPr lang="en-US" dirty="0" err="1"/>
              <a:t>bersifat</a:t>
            </a:r>
            <a:r>
              <a:rPr lang="en-US" dirty="0"/>
              <a:t> mutable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638" y="4819649"/>
            <a:ext cx="61150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7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2. Tuple 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list </a:t>
            </a:r>
            <a:r>
              <a:rPr lang="en-US" dirty="0" err="1"/>
              <a:t>namun</a:t>
            </a:r>
            <a:r>
              <a:rPr lang="en-US" dirty="0"/>
              <a:t> tuple </a:t>
            </a:r>
            <a:r>
              <a:rPr lang="en-US" dirty="0" err="1"/>
              <a:t>bersifat</a:t>
            </a:r>
            <a:r>
              <a:rPr lang="en-US" dirty="0"/>
              <a:t> immutable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didefinisikan</a:t>
            </a:r>
            <a:r>
              <a:rPr lang="en-US" dirty="0"/>
              <a:t>).</a:t>
            </a:r>
          </a:p>
          <a:p>
            <a:r>
              <a:rPr lang="en-US" dirty="0"/>
              <a:t>Tuple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menspesifikasikan</a:t>
            </a:r>
            <a:r>
              <a:rPr lang="en-US" dirty="0"/>
              <a:t> item tuple </a:t>
            </a:r>
            <a:r>
              <a:rPr lang="en-US" dirty="0" err="1"/>
              <a:t>dipisahkan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opsional</a:t>
            </a:r>
            <a:r>
              <a:rPr lang="en-US" dirty="0"/>
              <a:t> </a:t>
            </a:r>
            <a:r>
              <a:rPr lang="en-US" dirty="0" err="1"/>
              <a:t>diapit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763" y="4297680"/>
            <a:ext cx="487680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5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3. Dictionary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detail </a:t>
            </a:r>
            <a:r>
              <a:rPr lang="en-US" dirty="0" err="1"/>
              <a:t>kontak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orang yang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cari</a:t>
            </a:r>
            <a:r>
              <a:rPr lang="en-US" dirty="0"/>
              <a:t>. Kita </a:t>
            </a:r>
            <a:r>
              <a:rPr lang="en-US" dirty="0" err="1"/>
              <a:t>mengasosiasikan</a:t>
            </a:r>
            <a:r>
              <a:rPr lang="en-US" dirty="0"/>
              <a:t> key (</a:t>
            </a:r>
            <a:r>
              <a:rPr lang="en-US" dirty="0" err="1"/>
              <a:t>nama</a:t>
            </a:r>
            <a:r>
              <a:rPr lang="en-US" dirty="0"/>
              <a:t>) </a:t>
            </a:r>
            <a:r>
              <a:rPr lang="en-US" dirty="0" err="1"/>
              <a:t>dengan</a:t>
            </a:r>
            <a:r>
              <a:rPr lang="en-US" dirty="0"/>
              <a:t> value (detail). </a:t>
            </a:r>
            <a:r>
              <a:rPr lang="en-US" dirty="0" err="1"/>
              <a:t>Catatan</a:t>
            </a:r>
            <a:r>
              <a:rPr lang="en-US" dirty="0"/>
              <a:t> key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unik</a:t>
            </a:r>
            <a:r>
              <a:rPr lang="en-US" dirty="0"/>
              <a:t>,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menemukan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orang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immutable (</a:t>
            </a:r>
            <a:r>
              <a:rPr lang="en-US" dirty="0" err="1"/>
              <a:t>seperti</a:t>
            </a:r>
            <a:r>
              <a:rPr lang="en-US" dirty="0"/>
              <a:t> string) </a:t>
            </a:r>
            <a:r>
              <a:rPr lang="en-US" dirty="0" err="1"/>
              <a:t>untuk</a:t>
            </a:r>
            <a:r>
              <a:rPr lang="en-US" dirty="0"/>
              <a:t> key/ </a:t>
            </a:r>
            <a:r>
              <a:rPr lang="en-US" dirty="0" err="1"/>
              <a:t>kunci</a:t>
            </a:r>
            <a:r>
              <a:rPr lang="en-US" dirty="0"/>
              <a:t> dictionary.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mutable </a:t>
            </a:r>
            <a:r>
              <a:rPr lang="en-US" dirty="0" err="1"/>
              <a:t>atau</a:t>
            </a:r>
            <a:r>
              <a:rPr lang="en-US" dirty="0"/>
              <a:t> immutable </a:t>
            </a:r>
            <a:r>
              <a:rPr lang="en-US" dirty="0" err="1"/>
              <a:t>untuk</a:t>
            </a:r>
            <a:r>
              <a:rPr lang="en-US" dirty="0"/>
              <a:t> value </a:t>
            </a:r>
            <a:r>
              <a:rPr lang="en-US" dirty="0" err="1"/>
              <a:t>dalam</a:t>
            </a:r>
            <a:r>
              <a:rPr lang="en-US" dirty="0"/>
              <a:t> dictionary.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239" y="5011270"/>
            <a:ext cx="6093848" cy="110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Kondisi</a:t>
            </a:r>
            <a:r>
              <a:rPr lang="en-US" dirty="0" smtClean="0"/>
              <a:t> 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(</a:t>
            </a:r>
            <a:r>
              <a:rPr lang="en-US" dirty="0" err="1"/>
              <a:t>kondisi</a:t>
            </a:r>
            <a:r>
              <a:rPr lang="en-US" dirty="0"/>
              <a:t> if)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mengantisipasi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jalanya</a:t>
            </a:r>
            <a:r>
              <a:rPr lang="en-US" dirty="0"/>
              <a:t> program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tindakan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Pada</a:t>
            </a:r>
            <a:r>
              <a:rPr lang="en-US" dirty="0"/>
              <a:t> python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statement/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diantaranya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if, else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if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mengeksekusi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True.</a:t>
            </a:r>
          </a:p>
          <a:p>
            <a:endParaRPr lang="en-US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False </a:t>
            </a:r>
            <a:r>
              <a:rPr lang="en-US" dirty="0" err="1"/>
              <a:t>maka</a:t>
            </a:r>
            <a:r>
              <a:rPr lang="en-US" dirty="0"/>
              <a:t> statement/</a:t>
            </a:r>
            <a:r>
              <a:rPr lang="en-US" dirty="0" err="1"/>
              <a:t>kondisi</a:t>
            </a:r>
            <a:r>
              <a:rPr lang="en-US" dirty="0"/>
              <a:t> if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di-</a:t>
            </a:r>
            <a:r>
              <a:rPr lang="en-US" dirty="0" err="1"/>
              <a:t>eksekusi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7269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2626978"/>
            <a:ext cx="9720262" cy="334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71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Kondisi</a:t>
            </a:r>
            <a:r>
              <a:rPr lang="en-US" dirty="0" smtClean="0"/>
              <a:t> if 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(</a:t>
            </a:r>
            <a:r>
              <a:rPr lang="en-US" dirty="0" err="1"/>
              <a:t>kondisi</a:t>
            </a:r>
            <a:r>
              <a:rPr lang="en-US" dirty="0"/>
              <a:t> if else)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tindakan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tindakan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/</a:t>
            </a:r>
            <a:r>
              <a:rPr lang="en-US" dirty="0" err="1"/>
              <a:t>dijalankan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341594"/>
            <a:ext cx="101155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9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elif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1" cy="4652682"/>
          </a:xfrm>
        </p:spPr>
        <p:txBody>
          <a:bodyPr/>
          <a:lstStyle/>
          <a:p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(</a:t>
            </a:r>
            <a:r>
              <a:rPr lang="en-US" dirty="0" err="1"/>
              <a:t>kondisi</a:t>
            </a:r>
            <a:r>
              <a:rPr lang="en-US" dirty="0"/>
              <a:t> if </a:t>
            </a:r>
            <a:r>
              <a:rPr lang="en-US" dirty="0" err="1"/>
              <a:t>elif</a:t>
            </a:r>
            <a:r>
              <a:rPr lang="en-US" dirty="0"/>
              <a:t>)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lanjutan</a:t>
            </a:r>
            <a:r>
              <a:rPr lang="en-US" dirty="0"/>
              <a:t>/</a:t>
            </a:r>
            <a:r>
              <a:rPr lang="en-US" dirty="0" err="1"/>
              <a:t>percabangan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“</a:t>
            </a:r>
            <a:r>
              <a:rPr lang="en-US" dirty="0" err="1"/>
              <a:t>kondisi</a:t>
            </a:r>
            <a:r>
              <a:rPr lang="en-US" dirty="0"/>
              <a:t> if”.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menyeleksi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.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“else”, </a:t>
            </a:r>
            <a:r>
              <a:rPr lang="en-US" dirty="0" err="1"/>
              <a:t>bedanya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“</a:t>
            </a:r>
            <a:r>
              <a:rPr lang="en-US" dirty="0" err="1"/>
              <a:t>elif</a:t>
            </a:r>
            <a:r>
              <a:rPr lang="en-US" dirty="0"/>
              <a:t>”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639670"/>
            <a:ext cx="10096500" cy="25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18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on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,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berurutan</a:t>
            </a:r>
            <a:r>
              <a:rPr lang="en-US" dirty="0"/>
              <a:t>.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dijalankan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 </a:t>
            </a:r>
            <a:r>
              <a:rPr lang="en-US" dirty="0" err="1"/>
              <a:t>diikuti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yang </a:t>
            </a:r>
            <a:r>
              <a:rPr lang="en-US" dirty="0" err="1"/>
              <a:t>kedua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seterusnya</a:t>
            </a:r>
            <a:r>
              <a:rPr lang="en-US" dirty="0"/>
              <a:t>.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situasi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.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manual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membuang-buang</a:t>
            </a:r>
            <a:r>
              <a:rPr lang="en-US" dirty="0"/>
              <a:t> </a:t>
            </a:r>
            <a:r>
              <a:rPr lang="en-US" dirty="0" err="1"/>
              <a:t>tenaga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beratus-ratus</a:t>
            </a:r>
            <a:r>
              <a:rPr lang="en-US" dirty="0"/>
              <a:t> </a:t>
            </a:r>
            <a:r>
              <a:rPr lang="en-US" dirty="0" err="1"/>
              <a:t>bahkan</a:t>
            </a:r>
            <a:r>
              <a:rPr lang="en-US" dirty="0"/>
              <a:t> </a:t>
            </a:r>
            <a:r>
              <a:rPr lang="en-US" dirty="0" err="1"/>
              <a:t>beribu-ribu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pengulangan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 </a:t>
            </a:r>
            <a:r>
              <a:rPr lang="en-US" dirty="0" err="1"/>
              <a:t>pengulangan</a:t>
            </a:r>
            <a:r>
              <a:rPr lang="en-US" dirty="0"/>
              <a:t>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3 </a:t>
            </a:r>
            <a:r>
              <a:rPr lang="en-US" dirty="0" err="1"/>
              <a:t>bagian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:</a:t>
            </a:r>
          </a:p>
          <a:p>
            <a:r>
              <a:rPr lang="en-US" dirty="0"/>
              <a:t>While Loop</a:t>
            </a:r>
          </a:p>
          <a:p>
            <a:r>
              <a:rPr lang="en-US" dirty="0"/>
              <a:t>For </a:t>
            </a:r>
            <a:r>
              <a:rPr lang="en-US" dirty="0" smtClean="0"/>
              <a:t>Loop</a:t>
            </a:r>
            <a:endParaRPr lang="en-US" dirty="0"/>
          </a:p>
          <a:p>
            <a:r>
              <a:rPr lang="en-US" dirty="0"/>
              <a:t>Nested Loop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142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Pengulangan</a:t>
            </a:r>
            <a:r>
              <a:rPr lang="en-US" dirty="0"/>
              <a:t> While Loop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 </a:t>
            </a:r>
            <a:r>
              <a:rPr lang="en-US" dirty="0" err="1"/>
              <a:t>dieksesusi</a:t>
            </a:r>
            <a:r>
              <a:rPr lang="en-US" dirty="0"/>
              <a:t> statement </a:t>
            </a:r>
            <a:r>
              <a:rPr lang="en-US" dirty="0" err="1"/>
              <a:t>berkali</a:t>
            </a:r>
            <a:r>
              <a:rPr lang="en-US" dirty="0"/>
              <a:t>-kali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True.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253068"/>
            <a:ext cx="101155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2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Pengulangan</a:t>
            </a:r>
            <a:r>
              <a:rPr lang="en-US" dirty="0"/>
              <a:t> for </a:t>
            </a:r>
            <a:r>
              <a:rPr lang="en-US" dirty="0" err="1"/>
              <a:t>pada</a:t>
            </a:r>
            <a:r>
              <a:rPr lang="en-US" dirty="0"/>
              <a:t> Python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mengulangi</a:t>
            </a:r>
            <a:r>
              <a:rPr lang="en-US" dirty="0"/>
              <a:t> item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list </a:t>
            </a:r>
            <a:r>
              <a:rPr lang="en-US" dirty="0" err="1"/>
              <a:t>atau</a:t>
            </a:r>
            <a:r>
              <a:rPr lang="en-US" dirty="0"/>
              <a:t> string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181350"/>
            <a:ext cx="100774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7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loop lain.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408740"/>
            <a:ext cx="10096500" cy="310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66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Fungsi</a:t>
            </a:r>
            <a:r>
              <a:rPr lang="en-US" dirty="0" smtClean="0"/>
              <a:t>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terorganisir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tindakan</a:t>
            </a:r>
            <a:r>
              <a:rPr lang="en-US" dirty="0"/>
              <a:t>/action.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modularitas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yang </a:t>
            </a:r>
            <a:r>
              <a:rPr lang="en-US" dirty="0" err="1"/>
              <a:t>tinggi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067455"/>
            <a:ext cx="101060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01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Mendefinisikan</a:t>
            </a:r>
            <a:r>
              <a:rPr lang="en-US" dirty="0" smtClean="0"/>
              <a:t> </a:t>
            </a:r>
            <a:r>
              <a:rPr lang="en-US" dirty="0" err="1" smtClean="0"/>
              <a:t>funsgi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fungsionalitas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.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Python.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def</a:t>
            </a:r>
            <a:r>
              <a:rPr lang="en-US" dirty="0"/>
              <a:t> kata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diikuti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</a:t>
            </a:r>
            <a:r>
              <a:rPr lang="en-US" dirty="0" smtClean="0"/>
              <a:t>(()).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/>
              <a:t>parameter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argumen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ditempatkan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parameter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Pernyataan</a:t>
            </a:r>
            <a:r>
              <a:rPr lang="en-US" dirty="0" smtClean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opsional</a:t>
            </a:r>
            <a:r>
              <a:rPr lang="en-US" dirty="0"/>
              <a:t> - string </a:t>
            </a:r>
            <a:r>
              <a:rPr lang="en-US" dirty="0" err="1"/>
              <a:t>dokumentasi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 smtClean="0"/>
              <a:t>docstring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Blok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(:)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 smtClean="0"/>
              <a:t>indentasi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Pernyataan</a:t>
            </a:r>
            <a:r>
              <a:rPr lang="en-US" dirty="0" smtClean="0"/>
              <a:t> </a:t>
            </a:r>
            <a:r>
              <a:rPr lang="en-US" dirty="0" err="1"/>
              <a:t>kembali</a:t>
            </a:r>
            <a:r>
              <a:rPr lang="en-US" dirty="0"/>
              <a:t> [</a:t>
            </a:r>
            <a:r>
              <a:rPr lang="en-US" dirty="0" err="1"/>
              <a:t>ekspresi</a:t>
            </a:r>
            <a:r>
              <a:rPr lang="en-US" dirty="0"/>
              <a:t>]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opsional</a:t>
            </a:r>
            <a:r>
              <a:rPr lang="en-US" dirty="0"/>
              <a:t> </a:t>
            </a:r>
            <a:r>
              <a:rPr lang="en-US" dirty="0" err="1"/>
              <a:t>menyampaikan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pemanggil</a:t>
            </a:r>
            <a:r>
              <a:rPr lang="en-US" dirty="0"/>
              <a:t>.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pengembalian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argumen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return None.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758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Python </a:t>
            </a:r>
            <a:r>
              <a:rPr lang="en-US" dirty="0" err="1"/>
              <a:t>peka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besar-kecil</a:t>
            </a:r>
            <a:r>
              <a:rPr lang="en-US" dirty="0"/>
              <a:t> . </a:t>
            </a:r>
            <a:r>
              <a:rPr lang="en-US" dirty="0" err="1"/>
              <a:t>Karenanya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yoyostudytonight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yoYoStudytonight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Dalam</a:t>
            </a:r>
            <a:r>
              <a:rPr lang="en-US" dirty="0"/>
              <a:t> python,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terminator </a:t>
            </a:r>
            <a:r>
              <a:rPr lang="en-US" dirty="0" err="1"/>
              <a:t>perintah</a:t>
            </a:r>
            <a:r>
              <a:rPr lang="en-US" dirty="0"/>
              <a:t> , yang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;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bertindak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terminator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smtClean="0"/>
              <a:t>python.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dieksekusi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,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 ;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memisahkan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4" y="5298981"/>
            <a:ext cx="938212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20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python,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kutip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 '' ,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kutip</a:t>
            </a:r>
            <a:r>
              <a:rPr lang="en-US" dirty="0"/>
              <a:t> </a:t>
            </a:r>
            <a:r>
              <a:rPr lang="en-US" dirty="0" err="1"/>
              <a:t>ganda</a:t>
            </a:r>
            <a:r>
              <a:rPr lang="en-US" dirty="0"/>
              <a:t> ""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bahkan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kutip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''' """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mewakili</a:t>
            </a:r>
            <a:r>
              <a:rPr lang="en-US" dirty="0"/>
              <a:t> string literal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/>
              <a:t>python,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komentar</a:t>
            </a:r>
            <a:r>
              <a:rPr lang="en-US" dirty="0"/>
              <a:t> di program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# di </a:t>
            </a:r>
            <a:r>
              <a:rPr lang="en-US" dirty="0" err="1"/>
              <a:t>awal</a:t>
            </a:r>
            <a:r>
              <a:rPr lang="en-US" dirty="0"/>
              <a:t>. </a:t>
            </a:r>
            <a:r>
              <a:rPr lang="en-US" dirty="0" err="1"/>
              <a:t>Komentar</a:t>
            </a:r>
            <a:r>
              <a:rPr lang="en-US" dirty="0"/>
              <a:t> </a:t>
            </a:r>
            <a:r>
              <a:rPr lang="en-US" dirty="0" err="1"/>
              <a:t>diabaikan</a:t>
            </a:r>
            <a:r>
              <a:rPr lang="en-US" dirty="0"/>
              <a:t>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skrip</a:t>
            </a:r>
            <a:r>
              <a:rPr lang="en-US" dirty="0"/>
              <a:t> python </a:t>
            </a:r>
            <a:r>
              <a:rPr lang="en-US" dirty="0" err="1"/>
              <a:t>dieksekusi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7. Line Continuation 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multiline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membingungkan</a:t>
            </a:r>
            <a:r>
              <a:rPr lang="en-US" dirty="0"/>
              <a:t> </a:t>
            </a:r>
            <a:r>
              <a:rPr lang="en-US" dirty="0" err="1"/>
              <a:t>juru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python,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backslash \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eksplisit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kelanjutan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.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,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191405"/>
            <a:ext cx="93630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5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8.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kosong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program </a:t>
            </a:r>
            <a:r>
              <a:rPr lang="en-US" dirty="0" err="1"/>
              <a:t>diabaikan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smtClean="0"/>
              <a:t>python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9</a:t>
            </a:r>
            <a:r>
              <a:rPr lang="en-US" dirty="0"/>
              <a:t>. </a:t>
            </a:r>
            <a:r>
              <a:rPr lang="en-US" dirty="0" err="1"/>
              <a:t>Indentasi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: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paling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python.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Java, C </a:t>
            </a:r>
            <a:r>
              <a:rPr lang="en-US" dirty="0" err="1"/>
              <a:t>atau</a:t>
            </a:r>
            <a:r>
              <a:rPr lang="en-US" dirty="0"/>
              <a:t> C ++,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</a:t>
            </a:r>
            <a:r>
              <a:rPr lang="en-US" dirty="0" err="1"/>
              <a:t>keriting</a:t>
            </a:r>
            <a:r>
              <a:rPr lang="en-US" dirty="0"/>
              <a:t> { }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python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python </a:t>
            </a:r>
            <a:r>
              <a:rPr lang="en-US" dirty="0" err="1"/>
              <a:t>tahu</a:t>
            </a:r>
            <a:r>
              <a:rPr lang="en-US" dirty="0"/>
              <a:t> di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berakhir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664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Modul</a:t>
            </a:r>
            <a:r>
              <a:rPr lang="en-US" dirty="0" smtClean="0"/>
              <a:t> and package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2980021"/>
            <a:ext cx="9720262" cy="263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28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281" y="2449512"/>
            <a:ext cx="879157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2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2860205"/>
            <a:ext cx="9720262" cy="287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42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3445632"/>
            <a:ext cx="9720262" cy="17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57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Daftar</a:t>
            </a:r>
            <a:r>
              <a:rPr lang="en-US" dirty="0" smtClean="0"/>
              <a:t> </a:t>
            </a:r>
            <a:r>
              <a:rPr lang="en-US" dirty="0" err="1" smtClean="0"/>
              <a:t>pustaka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>
                <a:hlinkClick r:id="rId2"/>
              </a:rPr>
              <a:t>https</a:t>
            </a:r>
            <a:r>
              <a:rPr lang="en-US" dirty="0" smtClean="0">
                <a:hlinkClick r:id="rId2"/>
              </a:rPr>
              <a:t>://wiki.python.org/moin/UsefulModules</a:t>
            </a:r>
            <a:endParaRPr lang="en-US" dirty="0" smtClean="0"/>
          </a:p>
          <a:p>
            <a:r>
              <a:rPr lang="en-US" dirty="0" smtClean="0"/>
              <a:t>2.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belajarpython.com/tutorial/object-class-python</a:t>
            </a:r>
            <a:endParaRPr lang="en-US" dirty="0" smtClean="0"/>
          </a:p>
          <a:p>
            <a:r>
              <a:rPr lang="en-US" dirty="0" smtClean="0"/>
              <a:t>3.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belajarpython.com/tutorial/tipe-data-python</a:t>
            </a:r>
            <a:endParaRPr lang="en-US" dirty="0" smtClean="0"/>
          </a:p>
          <a:p>
            <a:r>
              <a:rPr lang="en-US" dirty="0" smtClean="0"/>
              <a:t>4. </a:t>
            </a:r>
            <a:r>
              <a:rPr lang="en-US" dirty="0">
                <a:hlinkClick r:id="rId5"/>
              </a:rPr>
              <a:t>https://packaging.python.org/discussions/pip-vs-easy-install/</a:t>
            </a:r>
            <a:endParaRPr lang="en-US" dirty="0" smtClean="0"/>
          </a:p>
          <a:p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dirty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belajarpython.com/tutorial/variabel-python</a:t>
            </a:r>
            <a:endParaRPr lang="en-US" dirty="0" smtClean="0"/>
          </a:p>
          <a:p>
            <a:r>
              <a:rPr lang="en-US" dirty="0" smtClean="0"/>
              <a:t>6. </a:t>
            </a:r>
            <a:r>
              <a:rPr lang="en-US" dirty="0">
                <a:hlinkClick r:id="rId7"/>
              </a:rPr>
              <a:t>https://www.petanikode.com/python-windows/</a:t>
            </a:r>
            <a:endParaRPr lang="en-US" dirty="0" smtClean="0"/>
          </a:p>
          <a:p>
            <a:r>
              <a:rPr lang="en-US" dirty="0" smtClean="0"/>
              <a:t>7. </a:t>
            </a:r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belajarpython.com/tutorial/kondisi-if-else-python</a:t>
            </a:r>
            <a:endParaRPr lang="en-US" dirty="0" smtClean="0"/>
          </a:p>
          <a:p>
            <a:r>
              <a:rPr lang="en-US" dirty="0" smtClean="0"/>
              <a:t>8. </a:t>
            </a:r>
            <a:r>
              <a:rPr lang="en-US" dirty="0">
                <a:hlinkClick r:id="rId9"/>
              </a:rPr>
              <a:t>https://www.codepolitan.com/melihat-berbagai-macam-function-python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79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326</TotalTime>
  <Words>1153</Words>
  <Application>Microsoft Office PowerPoint</Application>
  <PresentationFormat>Widescreen</PresentationFormat>
  <Paragraphs>85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 Unicode MS</vt:lpstr>
      <vt:lpstr>Arial</vt:lpstr>
      <vt:lpstr>Tw Cen MT</vt:lpstr>
      <vt:lpstr>Tw Cen MT Condensed</vt:lpstr>
      <vt:lpstr>Wingdings</vt:lpstr>
      <vt:lpstr>Wingdings 3</vt:lpstr>
      <vt:lpstr>Integral</vt:lpstr>
      <vt:lpstr>Pengenalan python</vt:lpstr>
      <vt:lpstr>Apa itu python ?</vt:lpstr>
      <vt:lpstr>Install python on windows</vt:lpstr>
      <vt:lpstr>PowerPoint Presentation</vt:lpstr>
      <vt:lpstr>PowerPoint Presentation</vt:lpstr>
      <vt:lpstr>Easy install</vt:lpstr>
      <vt:lpstr>PowerPoint Presentation</vt:lpstr>
      <vt:lpstr>Pip instal</vt:lpstr>
      <vt:lpstr>PowerPoint Presentation</vt:lpstr>
      <vt:lpstr>Easy_install vs pip</vt:lpstr>
      <vt:lpstr>Data type on python</vt:lpstr>
      <vt:lpstr>PowerPoint Presentation</vt:lpstr>
      <vt:lpstr>Variable python</vt:lpstr>
      <vt:lpstr>PowerPoint Presentation</vt:lpstr>
      <vt:lpstr>contoh</vt:lpstr>
      <vt:lpstr>Structure data on python</vt:lpstr>
      <vt:lpstr>PowerPoint Presentation</vt:lpstr>
      <vt:lpstr>PowerPoint Presentation</vt:lpstr>
      <vt:lpstr>Kondisi if</vt:lpstr>
      <vt:lpstr>PowerPoint Presentation</vt:lpstr>
      <vt:lpstr>Kondisi if else</vt:lpstr>
      <vt:lpstr>Kondisi elif</vt:lpstr>
      <vt:lpstr>Loop on python</vt:lpstr>
      <vt:lpstr>While loop</vt:lpstr>
      <vt:lpstr>PowerPoint Presentation</vt:lpstr>
      <vt:lpstr>Nested loop</vt:lpstr>
      <vt:lpstr>Fungsi python</vt:lpstr>
      <vt:lpstr>Mendefinisikan funsgi</vt:lpstr>
      <vt:lpstr>PowerPoint Presentation</vt:lpstr>
      <vt:lpstr>PowerPoint Presentation</vt:lpstr>
      <vt:lpstr>PowerPoint Presentation</vt:lpstr>
      <vt:lpstr>Modul and package</vt:lpstr>
      <vt:lpstr>PowerPoint Presentation</vt:lpstr>
      <vt:lpstr>PowerPoint Presentation</vt:lpstr>
      <vt:lpstr>PowerPoint Presentation</vt:lpstr>
      <vt:lpstr>Daftar pustaka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Pengenalan python</dc:title>
  <dc:creator>Ken Riadi Yustisio</dc:creator>
  <cp:lastModifiedBy>Ken Riadi Yustisio</cp:lastModifiedBy>
  <cp:revision>20</cp:revision>
  <dcterms:created xsi:type="dcterms:W3CDTF">2019-03-22T07:03:05Z</dcterms:created>
  <dcterms:modified xsi:type="dcterms:W3CDTF">2019-03-23T06:21:19Z</dcterms:modified>
</cp:coreProperties>
</file>