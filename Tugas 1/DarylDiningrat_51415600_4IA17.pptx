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1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71" d="100"/>
          <a:sy n="71" d="100"/>
        </p:scale>
        <p:origin x="40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96DFF08F-DC6B-4601-B491-B0F83F6DD2DA}" type="datetimeFigureOut">
              <a:rPr lang="en-US" dirty="0"/>
              <a:pPr/>
              <a:t>3/30/2019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3/30/2019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3/30/2019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3/30/2019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3/30/2019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3/30/2019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3/30/2019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3/30/2019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16CA0-919D-4A49-9C8A-62FDFB3A5183}" type="datetimeFigureOut">
              <a:rPr lang="en-US" dirty="0"/>
              <a:t>3/30/2019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3/30/2019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3/30/2019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96DFF08F-DC6B-4601-B491-B0F83F6DD2DA}" type="datetimeFigureOut">
              <a:rPr lang="en-US" dirty="0"/>
              <a:pPr/>
              <a:t>3/30/2019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1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id.wikipedia.org/wiki/Guido_van_Rossum" TargetMode="External"/><Relationship Id="rId2" Type="http://schemas.openxmlformats.org/officeDocument/2006/relationships/hyperlink" Target="https://www.python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python.org/psf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translate.googleusercontent.com/translate_c?depth=1&amp;rurl=translate.google.com&amp;sl=en&amp;sp=nmt4&amp;tl=id&amp;u=https://www.datacamp.com/community/tutorials/installing-anaconda-windows&amp;xid=17259,15700023,15700186,15700191,15700253&amp;usg=ALkJrhj0XlTdzUNWBOPY_d10fKXH1JYusw" TargetMode="External"/><Relationship Id="rId2" Type="http://schemas.openxmlformats.org/officeDocument/2006/relationships/hyperlink" Target="https://translate.googleusercontent.com/translate_c?depth=1&amp;rurl=translate.google.com&amp;sl=en&amp;sp=nmt4&amp;tl=id&amp;u=https://www.datacamp.com/community/tutorials/installing-anaconda-mac-os-x&amp;xid=17259,15700023,15700186,15700191,15700253&amp;usg=ALkJrhgbZ-KKM4i2un6DilxkW9ptlTMULg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translate.googleusercontent.com/translate_c?depth=1&amp;rurl=translate.google.com&amp;sl=en&amp;sp=nmt4&amp;tl=id&amp;u=https://jupyter.readthedocs.io/en/latest/install.html&amp;xid=17259,15700023,15700186,15700191,15700253&amp;usg=ALkJrhhRRI_b4R04MFvaopVkh7Y8hz9hLg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hyperlink" Target="https://belajarpython.com/tutorial/kondisi-if-else-python" TargetMode="External"/><Relationship Id="rId3" Type="http://schemas.openxmlformats.org/officeDocument/2006/relationships/hyperlink" Target="https://belajarpython.com/tutorial/object-class-python" TargetMode="External"/><Relationship Id="rId7" Type="http://schemas.openxmlformats.org/officeDocument/2006/relationships/hyperlink" Target="https://www.petanikode.com/python-windows/" TargetMode="External"/><Relationship Id="rId2" Type="http://schemas.openxmlformats.org/officeDocument/2006/relationships/hyperlink" Target="https://wiki.python.org/moin/UsefulModule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belajarpython.com/tutorial/variabel-python" TargetMode="External"/><Relationship Id="rId5" Type="http://schemas.openxmlformats.org/officeDocument/2006/relationships/hyperlink" Target="https://packaging.python.org/discussions/pip-vs-easy-install/" TargetMode="External"/><Relationship Id="rId4" Type="http://schemas.openxmlformats.org/officeDocument/2006/relationships/hyperlink" Target="https://belajarpython.com/tutorial/tipe-data-python" TargetMode="External"/><Relationship Id="rId9" Type="http://schemas.openxmlformats.org/officeDocument/2006/relationships/hyperlink" Target="https://www.codepolitan.com/melihat-berbagai-macam-function-pyth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/>
              <a:t>Pengenalan</a:t>
            </a:r>
            <a:r>
              <a:rPr lang="en-US" dirty="0" smtClean="0"/>
              <a:t> python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Daryl </a:t>
            </a:r>
            <a:r>
              <a:rPr lang="en-US" dirty="0" err="1" smtClean="0"/>
              <a:t>Diningrat</a:t>
            </a:r>
            <a:endParaRPr lang="en-US" dirty="0" smtClean="0"/>
          </a:p>
          <a:p>
            <a:r>
              <a:rPr lang="en-US" dirty="0" smtClean="0"/>
              <a:t>51415600</a:t>
            </a:r>
          </a:p>
          <a:p>
            <a:r>
              <a:rPr lang="en-US" dirty="0" smtClean="0"/>
              <a:t>4IA17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4778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Apa</a:t>
            </a:r>
            <a:r>
              <a:rPr lang="en-US" dirty="0" smtClean="0"/>
              <a:t> </a:t>
            </a:r>
            <a:r>
              <a:rPr lang="en-US" dirty="0" err="1" smtClean="0"/>
              <a:t>itu</a:t>
            </a:r>
            <a:r>
              <a:rPr lang="en-US" dirty="0" smtClean="0"/>
              <a:t> python 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u="sng" dirty="0">
                <a:hlinkClick r:id="rId2"/>
              </a:rPr>
              <a:t>Python</a:t>
            </a:r>
            <a:r>
              <a:rPr lang="en-US" dirty="0"/>
              <a:t> </a:t>
            </a:r>
            <a:r>
              <a:rPr lang="en-US" dirty="0" err="1"/>
              <a:t>adalah</a:t>
            </a:r>
            <a:r>
              <a:rPr lang="en-US" dirty="0"/>
              <a:t> </a:t>
            </a:r>
            <a:r>
              <a:rPr lang="en-US" dirty="0" err="1"/>
              <a:t>bahasa</a:t>
            </a:r>
            <a:r>
              <a:rPr lang="en-US" dirty="0"/>
              <a:t> </a:t>
            </a:r>
            <a:r>
              <a:rPr lang="en-US" dirty="0" err="1"/>
              <a:t>pemrograman</a:t>
            </a:r>
            <a:r>
              <a:rPr lang="en-US" dirty="0"/>
              <a:t> </a:t>
            </a:r>
            <a:r>
              <a:rPr lang="en-US" dirty="0" err="1"/>
              <a:t>interpretatif</a:t>
            </a:r>
            <a:r>
              <a:rPr lang="en-US" dirty="0"/>
              <a:t> </a:t>
            </a:r>
            <a:r>
              <a:rPr lang="en-US" dirty="0" err="1"/>
              <a:t>multiguna</a:t>
            </a:r>
            <a:r>
              <a:rPr lang="en-US" dirty="0"/>
              <a:t>.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seperti</a:t>
            </a:r>
            <a:r>
              <a:rPr lang="en-US" dirty="0"/>
              <a:t> </a:t>
            </a:r>
            <a:r>
              <a:rPr lang="en-US" dirty="0" err="1"/>
              <a:t>bahasa</a:t>
            </a:r>
            <a:r>
              <a:rPr lang="en-US" dirty="0"/>
              <a:t> lain yang </a:t>
            </a:r>
            <a:r>
              <a:rPr lang="en-US" dirty="0" err="1"/>
              <a:t>susah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dibaca</a:t>
            </a:r>
            <a:r>
              <a:rPr lang="en-US" dirty="0"/>
              <a:t>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dipahami</a:t>
            </a:r>
            <a:r>
              <a:rPr lang="en-US" dirty="0"/>
              <a:t>, python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menekankan</a:t>
            </a:r>
            <a:r>
              <a:rPr lang="en-US" dirty="0"/>
              <a:t> </a:t>
            </a:r>
            <a:r>
              <a:rPr lang="en-US" dirty="0" err="1"/>
              <a:t>pada</a:t>
            </a:r>
            <a:r>
              <a:rPr lang="en-US" dirty="0"/>
              <a:t> </a:t>
            </a:r>
            <a:r>
              <a:rPr lang="en-US" dirty="0" err="1"/>
              <a:t>keterbacaan</a:t>
            </a:r>
            <a:r>
              <a:rPr lang="en-US" dirty="0"/>
              <a:t> </a:t>
            </a:r>
            <a:r>
              <a:rPr lang="en-US" dirty="0" err="1"/>
              <a:t>kode</a:t>
            </a:r>
            <a:r>
              <a:rPr lang="en-US" dirty="0"/>
              <a:t> agar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mudah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memahami</a:t>
            </a:r>
            <a:r>
              <a:rPr lang="en-US" dirty="0"/>
              <a:t> </a:t>
            </a:r>
            <a:r>
              <a:rPr lang="en-US" dirty="0" err="1"/>
              <a:t>sintaks</a:t>
            </a:r>
            <a:r>
              <a:rPr lang="en-US" dirty="0"/>
              <a:t>. Hal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Python </a:t>
            </a:r>
            <a:r>
              <a:rPr lang="en-US" dirty="0" err="1"/>
              <a:t>sangat</a:t>
            </a:r>
            <a:r>
              <a:rPr lang="en-US" dirty="0"/>
              <a:t> </a:t>
            </a:r>
            <a:r>
              <a:rPr lang="en-US" dirty="0" err="1"/>
              <a:t>mudah</a:t>
            </a:r>
            <a:r>
              <a:rPr lang="en-US" dirty="0"/>
              <a:t> </a:t>
            </a:r>
            <a:r>
              <a:rPr lang="en-US" dirty="0" err="1"/>
              <a:t>dipelajari</a:t>
            </a:r>
            <a:r>
              <a:rPr lang="en-US" dirty="0"/>
              <a:t> </a:t>
            </a:r>
            <a:r>
              <a:rPr lang="en-US" dirty="0" err="1"/>
              <a:t>baik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pemula</a:t>
            </a:r>
            <a:r>
              <a:rPr lang="en-US" dirty="0"/>
              <a:t> </a:t>
            </a:r>
            <a:r>
              <a:rPr lang="en-US" dirty="0" err="1"/>
              <a:t>maupun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yang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menguasai</a:t>
            </a:r>
            <a:r>
              <a:rPr lang="en-US" dirty="0"/>
              <a:t> </a:t>
            </a:r>
            <a:r>
              <a:rPr lang="en-US" dirty="0" err="1"/>
              <a:t>bahasa</a:t>
            </a:r>
            <a:r>
              <a:rPr lang="en-US" dirty="0"/>
              <a:t> </a:t>
            </a:r>
            <a:r>
              <a:rPr lang="en-US" dirty="0" err="1"/>
              <a:t>pemrograman</a:t>
            </a:r>
            <a:r>
              <a:rPr lang="en-US" dirty="0"/>
              <a:t> lain.</a:t>
            </a:r>
          </a:p>
          <a:p>
            <a:r>
              <a:rPr lang="en-US" dirty="0" err="1"/>
              <a:t>Bahasa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muncul</a:t>
            </a:r>
            <a:r>
              <a:rPr lang="en-US" dirty="0"/>
              <a:t> </a:t>
            </a:r>
            <a:r>
              <a:rPr lang="en-US" dirty="0" err="1"/>
              <a:t>pertama</a:t>
            </a:r>
            <a:r>
              <a:rPr lang="en-US" dirty="0"/>
              <a:t> kali </a:t>
            </a:r>
            <a:r>
              <a:rPr lang="en-US" dirty="0" err="1"/>
              <a:t>pada</a:t>
            </a:r>
            <a:r>
              <a:rPr lang="en-US" dirty="0"/>
              <a:t> </a:t>
            </a:r>
            <a:r>
              <a:rPr lang="en-US" dirty="0" err="1"/>
              <a:t>tahun</a:t>
            </a:r>
            <a:r>
              <a:rPr lang="en-US" dirty="0"/>
              <a:t> 1991, </a:t>
            </a:r>
            <a:r>
              <a:rPr lang="en-US" dirty="0" err="1" smtClean="0"/>
              <a:t>dirancang</a:t>
            </a:r>
            <a:r>
              <a:rPr lang="en-US" dirty="0" smtClean="0"/>
              <a:t> </a:t>
            </a:r>
            <a:r>
              <a:rPr lang="en-US" dirty="0" err="1"/>
              <a:t>oleh</a:t>
            </a:r>
            <a:r>
              <a:rPr lang="en-US" dirty="0"/>
              <a:t> </a:t>
            </a:r>
            <a:r>
              <a:rPr lang="en-US" dirty="0" err="1"/>
              <a:t>seorang</a:t>
            </a:r>
            <a:r>
              <a:rPr lang="en-US" dirty="0"/>
              <a:t> </a:t>
            </a:r>
            <a:r>
              <a:rPr lang="en-US" dirty="0" err="1"/>
              <a:t>bernama</a:t>
            </a:r>
            <a:r>
              <a:rPr lang="en-US" dirty="0"/>
              <a:t> </a:t>
            </a:r>
            <a:r>
              <a:rPr lang="en-US" u="sng" dirty="0">
                <a:hlinkClick r:id="rId3"/>
              </a:rPr>
              <a:t>Guido van </a:t>
            </a:r>
            <a:r>
              <a:rPr lang="en-US" u="sng" dirty="0" err="1">
                <a:hlinkClick r:id="rId3"/>
              </a:rPr>
              <a:t>Rossum</a:t>
            </a:r>
            <a:r>
              <a:rPr lang="en-US" dirty="0"/>
              <a:t>. </a:t>
            </a:r>
            <a:r>
              <a:rPr lang="en-US" dirty="0" err="1"/>
              <a:t>Sampai</a:t>
            </a:r>
            <a:r>
              <a:rPr lang="en-US" dirty="0"/>
              <a:t> </a:t>
            </a:r>
            <a:r>
              <a:rPr lang="en-US" dirty="0" err="1"/>
              <a:t>saat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Python </a:t>
            </a:r>
            <a:r>
              <a:rPr lang="en-US" dirty="0" err="1"/>
              <a:t>masih</a:t>
            </a:r>
            <a:r>
              <a:rPr lang="en-US" dirty="0"/>
              <a:t> </a:t>
            </a:r>
            <a:r>
              <a:rPr lang="en-US" dirty="0" err="1"/>
              <a:t>dikembangkan</a:t>
            </a:r>
            <a:r>
              <a:rPr lang="en-US" dirty="0"/>
              <a:t> </a:t>
            </a:r>
            <a:r>
              <a:rPr lang="en-US" dirty="0" err="1"/>
              <a:t>oleh</a:t>
            </a:r>
            <a:r>
              <a:rPr lang="en-US" dirty="0"/>
              <a:t> </a:t>
            </a:r>
            <a:r>
              <a:rPr lang="en-US" u="sng" dirty="0">
                <a:hlinkClick r:id="rId4"/>
              </a:rPr>
              <a:t>Python Software Foundation</a:t>
            </a:r>
            <a:r>
              <a:rPr lang="en-US" dirty="0"/>
              <a:t>. </a:t>
            </a:r>
            <a:r>
              <a:rPr lang="en-US" dirty="0" err="1"/>
              <a:t>Bahasa</a:t>
            </a:r>
            <a:r>
              <a:rPr lang="en-US" dirty="0"/>
              <a:t> Python </a:t>
            </a:r>
            <a:r>
              <a:rPr lang="en-US" dirty="0" err="1"/>
              <a:t>mendukung</a:t>
            </a:r>
            <a:r>
              <a:rPr lang="en-US" dirty="0"/>
              <a:t> </a:t>
            </a:r>
            <a:r>
              <a:rPr lang="en-US" dirty="0" err="1"/>
              <a:t>hampir</a:t>
            </a:r>
            <a:r>
              <a:rPr lang="en-US" dirty="0"/>
              <a:t> </a:t>
            </a:r>
            <a:r>
              <a:rPr lang="en-US" dirty="0" err="1"/>
              <a:t>semua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operasi</a:t>
            </a:r>
            <a:r>
              <a:rPr lang="en-US" dirty="0"/>
              <a:t>, </a:t>
            </a:r>
            <a:r>
              <a:rPr lang="en-US" dirty="0" err="1"/>
              <a:t>bahkan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operasi</a:t>
            </a:r>
            <a:r>
              <a:rPr lang="en-US" dirty="0"/>
              <a:t> Linux, </a:t>
            </a:r>
            <a:r>
              <a:rPr lang="en-US" dirty="0" err="1"/>
              <a:t>hampir</a:t>
            </a:r>
            <a:r>
              <a:rPr lang="en-US" dirty="0"/>
              <a:t> </a:t>
            </a:r>
            <a:r>
              <a:rPr lang="en-US" dirty="0" err="1"/>
              <a:t>semua</a:t>
            </a:r>
            <a:r>
              <a:rPr lang="en-US" dirty="0"/>
              <a:t> </a:t>
            </a:r>
            <a:r>
              <a:rPr lang="en-US" dirty="0" err="1"/>
              <a:t>distronya</a:t>
            </a:r>
            <a:r>
              <a:rPr lang="en-US" dirty="0"/>
              <a:t>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menyertakan</a:t>
            </a:r>
            <a:r>
              <a:rPr lang="en-US" dirty="0"/>
              <a:t> Python di </a:t>
            </a:r>
            <a:r>
              <a:rPr lang="en-US" dirty="0" err="1"/>
              <a:t>dalamnya</a:t>
            </a:r>
            <a:r>
              <a:rPr lang="en-US" dirty="0"/>
              <a:t>.</a:t>
            </a:r>
          </a:p>
          <a:p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kode</a:t>
            </a:r>
            <a:r>
              <a:rPr lang="en-US" dirty="0"/>
              <a:t> yang </a:t>
            </a:r>
            <a:r>
              <a:rPr lang="en-US" dirty="0" err="1"/>
              <a:t>simpel</a:t>
            </a:r>
            <a:r>
              <a:rPr lang="en-US" dirty="0"/>
              <a:t>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mudah</a:t>
            </a:r>
            <a:r>
              <a:rPr lang="en-US" dirty="0"/>
              <a:t> </a:t>
            </a:r>
            <a:r>
              <a:rPr lang="en-US" dirty="0" err="1"/>
              <a:t>diimplementasikan</a:t>
            </a:r>
            <a:r>
              <a:rPr lang="en-US" dirty="0"/>
              <a:t>, </a:t>
            </a:r>
            <a:r>
              <a:rPr lang="en-US" dirty="0" err="1"/>
              <a:t>seorang</a:t>
            </a:r>
            <a:r>
              <a:rPr lang="en-US" dirty="0"/>
              <a:t> programmer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mengutamakan</a:t>
            </a:r>
            <a:r>
              <a:rPr lang="en-US" dirty="0"/>
              <a:t> </a:t>
            </a:r>
            <a:r>
              <a:rPr lang="en-US" dirty="0" err="1"/>
              <a:t>pengembangan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 yang </a:t>
            </a:r>
            <a:r>
              <a:rPr lang="en-US" dirty="0" err="1"/>
              <a:t>dibuat</a:t>
            </a:r>
            <a:r>
              <a:rPr lang="en-US" dirty="0"/>
              <a:t>, </a:t>
            </a:r>
            <a:r>
              <a:rPr lang="en-US" dirty="0" err="1"/>
              <a:t>bukan</a:t>
            </a:r>
            <a:r>
              <a:rPr lang="en-US" dirty="0"/>
              <a:t> </a:t>
            </a:r>
            <a:r>
              <a:rPr lang="en-US" dirty="0" err="1"/>
              <a:t>malah</a:t>
            </a:r>
            <a:r>
              <a:rPr lang="en-US" dirty="0"/>
              <a:t> </a:t>
            </a:r>
            <a:r>
              <a:rPr lang="en-US" dirty="0" err="1"/>
              <a:t>sibuk</a:t>
            </a:r>
            <a:r>
              <a:rPr lang="en-US" dirty="0"/>
              <a:t> </a:t>
            </a:r>
            <a:r>
              <a:rPr lang="en-US" dirty="0" err="1"/>
              <a:t>mencari</a:t>
            </a:r>
            <a:r>
              <a:rPr lang="en-US" dirty="0"/>
              <a:t> syntax error.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0398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Install python on windows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5001" y="2864060"/>
            <a:ext cx="1543050" cy="135255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3926" y="2140491"/>
            <a:ext cx="4200443" cy="301412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3983" y="2140491"/>
            <a:ext cx="4231759" cy="3014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44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128" y="2997641"/>
            <a:ext cx="4557688" cy="31805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24128" y="2361537"/>
            <a:ext cx="78393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 smtClean="0"/>
              <a:t>Kustomisasi</a:t>
            </a:r>
            <a:r>
              <a:rPr lang="en-US" sz="2800" dirty="0" smtClean="0"/>
              <a:t> </a:t>
            </a:r>
            <a:r>
              <a:rPr lang="en-US" sz="2800" dirty="0" err="1" smtClean="0"/>
              <a:t>menambahkan</a:t>
            </a:r>
            <a:r>
              <a:rPr lang="en-US" sz="2800" dirty="0" smtClean="0"/>
              <a:t> python.exe </a:t>
            </a:r>
            <a:r>
              <a:rPr lang="en-US" sz="2800" dirty="0" err="1" smtClean="0"/>
              <a:t>ke</a:t>
            </a:r>
            <a:r>
              <a:rPr lang="en-US" sz="2800" dirty="0" smtClean="0"/>
              <a:t> </a:t>
            </a:r>
            <a:r>
              <a:rPr lang="en-US" sz="2800" dirty="0" err="1" smtClean="0"/>
              <a:t>dalam</a:t>
            </a:r>
            <a:r>
              <a:rPr lang="en-US" sz="2800" dirty="0" smtClean="0"/>
              <a:t> path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8536" y="2997641"/>
            <a:ext cx="5043777" cy="3180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4548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0372" y="2455600"/>
            <a:ext cx="5193792" cy="305465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0948" y="2348932"/>
            <a:ext cx="5396395" cy="3161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2234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Easy install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3750561"/>
            <a:ext cx="8702454" cy="1881612"/>
          </a:xfrm>
          <a:prstGeom prst="rect">
            <a:avLst/>
          </a:prstGeom>
        </p:spPr>
      </p:pic>
      <p:sp>
        <p:nvSpPr>
          <p:cNvPr id="13" name="Rectangle 6"/>
          <p:cNvSpPr>
            <a:spLocks noChangeArrowheads="1"/>
          </p:cNvSpPr>
          <p:nvPr/>
        </p:nvSpPr>
        <p:spPr bwMode="auto">
          <a:xfrm>
            <a:off x="1024128" y="2275128"/>
            <a:ext cx="9393140" cy="10156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Easy Install </a:t>
            </a:r>
            <a:r>
              <a:rPr kumimoji="0" lang="en-US" sz="2000" b="0" i="0" u="none" strike="noStrike" cap="none" normalizeH="0" baseline="0" dirty="0" err="1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adalah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en-US" sz="2000" b="0" i="0" u="none" strike="noStrike" cap="none" normalizeH="0" baseline="0" dirty="0" err="1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modul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 python ( </a:t>
            </a:r>
            <a:r>
              <a:rPr kumimoji="0" lang="en-US" sz="2000" b="0" i="0" u="none" strike="noStrike" cap="none" normalizeH="0" baseline="0" dirty="0" err="1" smtClean="0">
                <a:ln>
                  <a:noFill/>
                </a:ln>
                <a:solidFill>
                  <a:srgbClr val="3E4349"/>
                </a:solidFill>
                <a:effectLst/>
                <a:latin typeface="Arial Unicode MS" panose="020B0604020202020204" pitchFamily="34" charset="-128"/>
              </a:rPr>
              <a:t>easy_install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 ) yang </a:t>
            </a:r>
            <a:r>
              <a:rPr kumimoji="0" lang="en-US" sz="2000" b="0" i="0" u="none" strike="noStrike" cap="none" normalizeH="0" baseline="0" dirty="0" err="1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dibundel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en-US" sz="2000" b="0" i="0" u="none" strike="noStrike" cap="none" normalizeH="0" baseline="0" dirty="0" err="1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dengan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 </a:t>
            </a:r>
            <a:r>
              <a:rPr kumimoji="0" lang="en-US" sz="2000" b="0" i="0" u="none" strike="noStrike" cap="none" normalizeH="0" baseline="0" dirty="0" err="1" smtClean="0">
                <a:ln>
                  <a:noFill/>
                </a:ln>
                <a:solidFill>
                  <a:srgbClr val="3E4349"/>
                </a:solidFill>
                <a:effectLst/>
                <a:latin typeface="Arial Unicode MS" panose="020B0604020202020204" pitchFamily="34" charset="-128"/>
              </a:rPr>
              <a:t>setuptools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 yang </a:t>
            </a:r>
            <a:r>
              <a:rPr kumimoji="0" lang="en-US" sz="2000" b="0" i="0" u="none" strike="noStrike" cap="none" normalizeH="0" baseline="0" dirty="0" err="1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memungkinkan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en-US" sz="2000" b="0" i="0" u="none" strike="noStrike" cap="none" normalizeH="0" baseline="0" dirty="0" err="1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Anda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en-US" sz="2000" b="0" i="0" u="none" strike="noStrike" cap="none" normalizeH="0" baseline="0" dirty="0" err="1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mengunduh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, </a:t>
            </a:r>
            <a:r>
              <a:rPr kumimoji="0" lang="en-US" sz="2000" b="0" i="0" u="none" strike="noStrike" cap="none" normalizeH="0" baseline="0" dirty="0" err="1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membuat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, </a:t>
            </a:r>
            <a:r>
              <a:rPr kumimoji="0" lang="en-US" sz="2000" b="0" i="0" u="none" strike="noStrike" cap="none" normalizeH="0" baseline="0" dirty="0" err="1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memasang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, </a:t>
            </a:r>
            <a:r>
              <a:rPr kumimoji="0" lang="en-US" sz="2000" b="0" i="0" u="none" strike="noStrike" cap="none" normalizeH="0" baseline="0" dirty="0" err="1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dan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en-US" sz="2000" b="0" i="0" u="none" strike="noStrike" cap="none" normalizeH="0" baseline="0" dirty="0" err="1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mengelola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en-US" sz="2000" b="0" i="0" u="none" strike="noStrike" cap="none" normalizeH="0" baseline="0" dirty="0" err="1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paket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 Python </a:t>
            </a:r>
            <a:r>
              <a:rPr kumimoji="0" lang="en-US" sz="2000" b="0" i="0" u="none" strike="noStrike" cap="none" normalizeH="0" baseline="0" dirty="0" err="1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secara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 </a:t>
            </a:r>
            <a:r>
              <a:rPr kumimoji="0" lang="en-US" sz="2000" b="0" i="0" u="none" strike="noStrike" cap="none" normalizeH="0" baseline="0" dirty="0" err="1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otomatis</a:t>
            </a: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rgbClr val="3E4349"/>
                </a:solidFill>
                <a:effectLst/>
                <a:cs typeface="Arial" panose="020B0604020202020204" pitchFamily="34" charset="0"/>
              </a:rPr>
              <a:t>.</a:t>
            </a: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sz="4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18682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39141" y="2147474"/>
            <a:ext cx="6290045" cy="3413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6355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Pip </a:t>
            </a:r>
            <a:r>
              <a:rPr lang="en-US" dirty="0" err="1" smtClean="0"/>
              <a:t>instal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pip</a:t>
            </a:r>
            <a:r>
              <a:rPr lang="en-US" dirty="0"/>
              <a:t> </a:t>
            </a:r>
            <a:r>
              <a:rPr lang="en-US" dirty="0" err="1" smtClean="0"/>
              <a:t>adalah</a:t>
            </a:r>
            <a:r>
              <a:rPr lang="en-US" dirty="0" smtClean="0"/>
              <a:t> system </a:t>
            </a:r>
            <a:r>
              <a:rPr lang="en-US" dirty="0" err="1" smtClean="0"/>
              <a:t>manajemen</a:t>
            </a:r>
            <a:r>
              <a:rPr lang="en-US" dirty="0" smtClean="0"/>
              <a:t> </a:t>
            </a:r>
            <a:r>
              <a:rPr lang="en-US" dirty="0" err="1" smtClean="0"/>
              <a:t>paket</a:t>
            </a:r>
            <a:r>
              <a:rPr lang="en-US" dirty="0" smtClean="0"/>
              <a:t> yang</a:t>
            </a:r>
            <a:r>
              <a:rPr lang="en-US" dirty="0"/>
              <a:t> </a:t>
            </a:r>
            <a:r>
              <a:rPr lang="en-US" dirty="0" err="1" smtClean="0"/>
              <a:t>digunakan</a:t>
            </a:r>
            <a:r>
              <a:rPr lang="en-US" dirty="0" smtClean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menginstal</a:t>
            </a:r>
            <a:r>
              <a:rPr lang="en-US" dirty="0"/>
              <a:t>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mengelola</a:t>
            </a:r>
            <a:r>
              <a:rPr lang="en-US" dirty="0"/>
              <a:t> </a:t>
            </a:r>
            <a:r>
              <a:rPr lang="en-US" dirty="0" err="1" smtClean="0"/>
              <a:t>paket</a:t>
            </a:r>
            <a:r>
              <a:rPr lang="en-US" dirty="0" smtClean="0"/>
              <a:t> </a:t>
            </a:r>
            <a:r>
              <a:rPr lang="en-US" dirty="0" err="1" smtClean="0"/>
              <a:t>perangkat</a:t>
            </a:r>
            <a:r>
              <a:rPr lang="en-US" dirty="0" smtClean="0"/>
              <a:t> </a:t>
            </a:r>
            <a:r>
              <a:rPr lang="en-US" dirty="0" err="1" smtClean="0"/>
              <a:t>lunak</a:t>
            </a:r>
            <a:r>
              <a:rPr lang="en-US" dirty="0" smtClean="0"/>
              <a:t> yang </a:t>
            </a:r>
            <a:r>
              <a:rPr lang="en-US" dirty="0" err="1" smtClean="0"/>
              <a:t>ditulis</a:t>
            </a:r>
            <a:r>
              <a:rPr lang="en-US" dirty="0" smtClean="0"/>
              <a:t> </a:t>
            </a:r>
            <a:r>
              <a:rPr lang="en-US" dirty="0" err="1"/>
              <a:t>dengan</a:t>
            </a:r>
            <a:r>
              <a:rPr lang="en-US" dirty="0"/>
              <a:t> </a:t>
            </a:r>
            <a:r>
              <a:rPr lang="en-US" dirty="0" smtClean="0"/>
              <a:t>Python</a:t>
            </a:r>
            <a:r>
              <a:rPr lang="en-US" dirty="0"/>
              <a:t> .</a:t>
            </a:r>
            <a:r>
              <a:rPr lang="en-US" dirty="0" err="1"/>
              <a:t>Banyak</a:t>
            </a:r>
            <a:r>
              <a:rPr lang="en-US" dirty="0"/>
              <a:t> </a:t>
            </a:r>
            <a:r>
              <a:rPr lang="en-US" dirty="0" err="1"/>
              <a:t>paket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ditemukan</a:t>
            </a:r>
            <a:r>
              <a:rPr lang="en-US" dirty="0"/>
              <a:t> di </a:t>
            </a:r>
            <a:r>
              <a:rPr lang="en-US" dirty="0" err="1"/>
              <a:t>sumber</a:t>
            </a:r>
            <a:r>
              <a:rPr lang="en-US" dirty="0"/>
              <a:t> default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paket</a:t>
            </a:r>
            <a:r>
              <a:rPr lang="en-US" dirty="0"/>
              <a:t>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dependensinya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4179288"/>
            <a:ext cx="9636278" cy="952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995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3938" y="3084068"/>
            <a:ext cx="9720262" cy="2426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714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Easy_install</a:t>
            </a:r>
            <a:r>
              <a:rPr lang="en-US" dirty="0" smtClean="0"/>
              <a:t> </a:t>
            </a:r>
            <a:r>
              <a:rPr lang="en-US" dirty="0" err="1" smtClean="0"/>
              <a:t>vs</a:t>
            </a:r>
            <a:r>
              <a:rPr lang="en-US" dirty="0" smtClean="0"/>
              <a:t> pip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03336" y="2286000"/>
            <a:ext cx="7561465" cy="402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7081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type on python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Tipe</a:t>
            </a:r>
            <a:r>
              <a:rPr lang="en-US" dirty="0"/>
              <a:t> data </a:t>
            </a:r>
            <a:r>
              <a:rPr lang="en-US" dirty="0" err="1"/>
              <a:t>adalah</a:t>
            </a:r>
            <a:r>
              <a:rPr lang="en-US" dirty="0"/>
              <a:t> </a:t>
            </a:r>
            <a:r>
              <a:rPr lang="en-US" dirty="0" err="1"/>
              <a:t>suatu</a:t>
            </a:r>
            <a:r>
              <a:rPr lang="en-US" dirty="0"/>
              <a:t> media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memori</a:t>
            </a:r>
            <a:r>
              <a:rPr lang="en-US" dirty="0"/>
              <a:t> </a:t>
            </a:r>
            <a:r>
              <a:rPr lang="en-US" dirty="0" err="1"/>
              <a:t>pada</a:t>
            </a:r>
            <a:r>
              <a:rPr lang="en-US" dirty="0"/>
              <a:t> </a:t>
            </a:r>
            <a:r>
              <a:rPr lang="en-US" dirty="0" err="1"/>
              <a:t>komputer</a:t>
            </a:r>
            <a:r>
              <a:rPr lang="en-US" dirty="0"/>
              <a:t> yang </a:t>
            </a:r>
            <a:r>
              <a:rPr lang="en-US" dirty="0" err="1"/>
              <a:t>digunakan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menampung</a:t>
            </a:r>
            <a:r>
              <a:rPr lang="en-US" dirty="0"/>
              <a:t> </a:t>
            </a:r>
            <a:r>
              <a:rPr lang="en-US" dirty="0" err="1"/>
              <a:t>informasi</a:t>
            </a:r>
            <a:r>
              <a:rPr lang="en-US" dirty="0"/>
              <a:t>.</a:t>
            </a:r>
          </a:p>
          <a:p>
            <a:r>
              <a:rPr lang="en-US" dirty="0"/>
              <a:t>Python </a:t>
            </a:r>
            <a:r>
              <a:rPr lang="en-US" dirty="0" err="1"/>
              <a:t>sendiri</a:t>
            </a:r>
            <a:r>
              <a:rPr lang="en-US" dirty="0"/>
              <a:t> </a:t>
            </a:r>
            <a:r>
              <a:rPr lang="en-US" dirty="0" err="1"/>
              <a:t>mempunyai</a:t>
            </a:r>
            <a:r>
              <a:rPr lang="en-US" dirty="0"/>
              <a:t> </a:t>
            </a:r>
            <a:r>
              <a:rPr lang="en-US" dirty="0" err="1"/>
              <a:t>tipe</a:t>
            </a:r>
            <a:r>
              <a:rPr lang="en-US" dirty="0"/>
              <a:t> data yang </a:t>
            </a:r>
            <a:r>
              <a:rPr lang="en-US" dirty="0" err="1"/>
              <a:t>cukup</a:t>
            </a:r>
            <a:r>
              <a:rPr lang="en-US" dirty="0"/>
              <a:t> </a:t>
            </a:r>
            <a:r>
              <a:rPr lang="en-US" dirty="0" err="1"/>
              <a:t>unik</a:t>
            </a:r>
            <a:r>
              <a:rPr lang="en-US" dirty="0"/>
              <a:t> </a:t>
            </a:r>
            <a:r>
              <a:rPr lang="en-US" dirty="0" err="1"/>
              <a:t>bila</a:t>
            </a:r>
            <a:r>
              <a:rPr lang="en-US" dirty="0"/>
              <a:t>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bandingkan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bahasa</a:t>
            </a:r>
            <a:r>
              <a:rPr lang="en-US" dirty="0"/>
              <a:t> </a:t>
            </a:r>
            <a:r>
              <a:rPr lang="en-US" dirty="0" err="1"/>
              <a:t>pemrograman</a:t>
            </a:r>
            <a:r>
              <a:rPr lang="en-US" dirty="0"/>
              <a:t> yang lain.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4418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128" y="2278049"/>
            <a:ext cx="5898147" cy="402272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4109" y="2278049"/>
            <a:ext cx="4311427" cy="181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3660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Variable python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Variabel</a:t>
            </a:r>
            <a:r>
              <a:rPr lang="en-US" dirty="0"/>
              <a:t> </a:t>
            </a:r>
            <a:r>
              <a:rPr lang="en-US" dirty="0" err="1"/>
              <a:t>adalah</a:t>
            </a:r>
            <a:r>
              <a:rPr lang="en-US" dirty="0"/>
              <a:t> </a:t>
            </a:r>
            <a:r>
              <a:rPr lang="en-US" dirty="0" err="1"/>
              <a:t>lokasi</a:t>
            </a:r>
            <a:r>
              <a:rPr lang="en-US" dirty="0"/>
              <a:t> </a:t>
            </a:r>
            <a:r>
              <a:rPr lang="en-US" dirty="0" err="1"/>
              <a:t>memori</a:t>
            </a:r>
            <a:r>
              <a:rPr lang="en-US" dirty="0"/>
              <a:t> yang </a:t>
            </a:r>
            <a:r>
              <a:rPr lang="en-US" dirty="0" err="1"/>
              <a:t>dicadangkan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menyimpan</a:t>
            </a:r>
            <a:r>
              <a:rPr lang="en-US" dirty="0"/>
              <a:t> </a:t>
            </a:r>
            <a:r>
              <a:rPr lang="en-US" dirty="0" err="1"/>
              <a:t>nilai-nilai</a:t>
            </a:r>
            <a:r>
              <a:rPr lang="en-US" dirty="0"/>
              <a:t>.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berarti</a:t>
            </a:r>
            <a:r>
              <a:rPr lang="en-US" dirty="0"/>
              <a:t> </a:t>
            </a:r>
            <a:r>
              <a:rPr lang="en-US" dirty="0" err="1"/>
              <a:t>bahwa</a:t>
            </a:r>
            <a:r>
              <a:rPr lang="en-US" dirty="0"/>
              <a:t> </a:t>
            </a:r>
            <a:r>
              <a:rPr lang="en-US" dirty="0" err="1"/>
              <a:t>ketika</a:t>
            </a:r>
            <a:r>
              <a:rPr lang="en-US" dirty="0"/>
              <a:t>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</a:t>
            </a:r>
            <a:r>
              <a:rPr lang="en-US" dirty="0" err="1"/>
              <a:t>sebuah</a:t>
            </a:r>
            <a:r>
              <a:rPr lang="en-US" dirty="0"/>
              <a:t> </a:t>
            </a:r>
            <a:r>
              <a:rPr lang="en-US" dirty="0" err="1"/>
              <a:t>variabel</a:t>
            </a:r>
            <a:r>
              <a:rPr lang="en-US" dirty="0"/>
              <a:t>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memesan</a:t>
            </a:r>
            <a:r>
              <a:rPr lang="en-US" dirty="0"/>
              <a:t> </a:t>
            </a:r>
            <a:r>
              <a:rPr lang="en-US" dirty="0" err="1"/>
              <a:t>beberapa</a:t>
            </a:r>
            <a:r>
              <a:rPr lang="en-US" dirty="0"/>
              <a:t> </a:t>
            </a:r>
            <a:r>
              <a:rPr lang="en-US" dirty="0" err="1"/>
              <a:t>ruang</a:t>
            </a:r>
            <a:r>
              <a:rPr lang="en-US" dirty="0"/>
              <a:t> di </a:t>
            </a:r>
            <a:r>
              <a:rPr lang="en-US" dirty="0" err="1"/>
              <a:t>memori</a:t>
            </a:r>
            <a:r>
              <a:rPr lang="en-US" dirty="0"/>
              <a:t>. </a:t>
            </a:r>
            <a:r>
              <a:rPr lang="en-US" dirty="0" err="1"/>
              <a:t>Variabel</a:t>
            </a:r>
            <a:r>
              <a:rPr lang="en-US" dirty="0"/>
              <a:t> </a:t>
            </a:r>
            <a:r>
              <a:rPr lang="en-US" dirty="0" err="1"/>
              <a:t>menyimpan</a:t>
            </a:r>
            <a:r>
              <a:rPr lang="en-US" dirty="0"/>
              <a:t> data yang </a:t>
            </a:r>
            <a:r>
              <a:rPr lang="en-US" dirty="0" err="1"/>
              <a:t>dilakukan</a:t>
            </a:r>
            <a:r>
              <a:rPr lang="en-US" dirty="0"/>
              <a:t> </a:t>
            </a:r>
            <a:r>
              <a:rPr lang="en-US" dirty="0" err="1"/>
              <a:t>selama</a:t>
            </a:r>
            <a:r>
              <a:rPr lang="en-US" dirty="0"/>
              <a:t> program </a:t>
            </a:r>
            <a:r>
              <a:rPr lang="en-US" dirty="0" err="1"/>
              <a:t>dieksekusi</a:t>
            </a:r>
            <a:r>
              <a:rPr lang="en-US" dirty="0"/>
              <a:t>, yang </a:t>
            </a:r>
            <a:r>
              <a:rPr lang="en-US" dirty="0" err="1"/>
              <a:t>nantinya</a:t>
            </a:r>
            <a:r>
              <a:rPr lang="en-US" dirty="0"/>
              <a:t> </a:t>
            </a:r>
            <a:r>
              <a:rPr lang="en-US" dirty="0" err="1"/>
              <a:t>isi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variabel</a:t>
            </a:r>
            <a:r>
              <a:rPr lang="en-US" dirty="0"/>
              <a:t> </a:t>
            </a:r>
            <a:r>
              <a:rPr lang="en-US" dirty="0" err="1"/>
              <a:t>tersebut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diubah</a:t>
            </a:r>
            <a:r>
              <a:rPr lang="en-US" dirty="0"/>
              <a:t> </a:t>
            </a:r>
            <a:r>
              <a:rPr lang="en-US" dirty="0" err="1"/>
              <a:t>oleh</a:t>
            </a:r>
            <a:r>
              <a:rPr lang="en-US" dirty="0"/>
              <a:t> </a:t>
            </a:r>
            <a:r>
              <a:rPr lang="en-US" dirty="0" err="1"/>
              <a:t>operasi</a:t>
            </a:r>
            <a:r>
              <a:rPr lang="en-US" dirty="0"/>
              <a:t> - </a:t>
            </a:r>
            <a:r>
              <a:rPr lang="en-US" dirty="0" err="1"/>
              <a:t>operasi</a:t>
            </a:r>
            <a:r>
              <a:rPr lang="en-US" dirty="0"/>
              <a:t> </a:t>
            </a:r>
            <a:r>
              <a:rPr lang="en-US" dirty="0" err="1"/>
              <a:t>tertentu</a:t>
            </a:r>
            <a:r>
              <a:rPr lang="en-US" dirty="0"/>
              <a:t> </a:t>
            </a:r>
            <a:r>
              <a:rPr lang="en-US" dirty="0" err="1"/>
              <a:t>pada</a:t>
            </a:r>
            <a:r>
              <a:rPr lang="en-US" dirty="0"/>
              <a:t> program yang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variabel</a:t>
            </a:r>
            <a:r>
              <a:rPr lang="en-US" dirty="0"/>
              <a:t>.</a:t>
            </a:r>
          </a:p>
          <a:p>
            <a:r>
              <a:rPr lang="en-US" dirty="0" err="1"/>
              <a:t>Variabel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menyimpan</a:t>
            </a:r>
            <a:r>
              <a:rPr lang="en-US" dirty="0"/>
              <a:t> </a:t>
            </a:r>
            <a:r>
              <a:rPr lang="en-US" dirty="0" err="1"/>
              <a:t>berbagai</a:t>
            </a:r>
            <a:r>
              <a:rPr lang="en-US" dirty="0"/>
              <a:t> </a:t>
            </a:r>
            <a:r>
              <a:rPr lang="en-US" dirty="0" err="1"/>
              <a:t>macam</a:t>
            </a:r>
            <a:r>
              <a:rPr lang="en-US" dirty="0"/>
              <a:t> </a:t>
            </a:r>
            <a:r>
              <a:rPr lang="en-US" dirty="0" err="1"/>
              <a:t>tipe</a:t>
            </a:r>
            <a:r>
              <a:rPr lang="en-US" dirty="0"/>
              <a:t> data. Di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pemrograman</a:t>
            </a:r>
            <a:r>
              <a:rPr lang="en-US" dirty="0"/>
              <a:t> Python, </a:t>
            </a:r>
            <a:r>
              <a:rPr lang="en-US" dirty="0" err="1"/>
              <a:t>variabel</a:t>
            </a:r>
            <a:r>
              <a:rPr lang="en-US" dirty="0"/>
              <a:t> </a:t>
            </a:r>
            <a:r>
              <a:rPr lang="en-US" dirty="0" err="1"/>
              <a:t>mempunyai</a:t>
            </a:r>
            <a:r>
              <a:rPr lang="en-US" dirty="0"/>
              <a:t> </a:t>
            </a:r>
            <a:r>
              <a:rPr lang="en-US" dirty="0" err="1"/>
              <a:t>sifat</a:t>
            </a:r>
            <a:r>
              <a:rPr lang="en-US" dirty="0"/>
              <a:t> yang </a:t>
            </a:r>
            <a:r>
              <a:rPr lang="en-US" dirty="0" err="1"/>
              <a:t>dinamis</a:t>
            </a:r>
            <a:r>
              <a:rPr lang="en-US" dirty="0"/>
              <a:t>, </a:t>
            </a:r>
            <a:r>
              <a:rPr lang="en-US" dirty="0" err="1"/>
              <a:t>artinya</a:t>
            </a:r>
            <a:r>
              <a:rPr lang="en-US" dirty="0"/>
              <a:t> </a:t>
            </a:r>
            <a:r>
              <a:rPr lang="en-US" dirty="0" err="1"/>
              <a:t>variabel</a:t>
            </a:r>
            <a:r>
              <a:rPr lang="en-US" dirty="0"/>
              <a:t> Python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perlu</a:t>
            </a:r>
            <a:r>
              <a:rPr lang="en-US" dirty="0"/>
              <a:t> </a:t>
            </a:r>
            <a:r>
              <a:rPr lang="en-US" dirty="0" err="1"/>
              <a:t>didekralasikan</a:t>
            </a:r>
            <a:r>
              <a:rPr lang="en-US" dirty="0"/>
              <a:t> </a:t>
            </a:r>
            <a:r>
              <a:rPr lang="en-US" dirty="0" err="1"/>
              <a:t>tipe</a:t>
            </a:r>
            <a:r>
              <a:rPr lang="en-US" dirty="0"/>
              <a:t> data </a:t>
            </a:r>
            <a:r>
              <a:rPr lang="en-US" dirty="0" err="1"/>
              <a:t>tertentu</a:t>
            </a:r>
            <a:r>
              <a:rPr lang="en-US" dirty="0"/>
              <a:t>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variabel</a:t>
            </a:r>
            <a:r>
              <a:rPr lang="en-US" dirty="0"/>
              <a:t> Python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diubah</a:t>
            </a:r>
            <a:r>
              <a:rPr lang="en-US" dirty="0"/>
              <a:t> </a:t>
            </a:r>
            <a:r>
              <a:rPr lang="en-US" dirty="0" err="1"/>
              <a:t>saat</a:t>
            </a:r>
            <a:r>
              <a:rPr lang="en-US" dirty="0"/>
              <a:t> program </a:t>
            </a:r>
            <a:r>
              <a:rPr lang="en-US" dirty="0" err="1"/>
              <a:t>dijalankan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0680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Penulisan</a:t>
            </a:r>
            <a:r>
              <a:rPr lang="en-US" dirty="0"/>
              <a:t> </a:t>
            </a:r>
            <a:r>
              <a:rPr lang="en-US" dirty="0" err="1"/>
              <a:t>variabel</a:t>
            </a:r>
            <a:r>
              <a:rPr lang="en-US" dirty="0"/>
              <a:t> Python </a:t>
            </a:r>
            <a:r>
              <a:rPr lang="en-US" dirty="0" err="1"/>
              <a:t>sendiri</a:t>
            </a:r>
            <a:r>
              <a:rPr lang="en-US" dirty="0"/>
              <a:t> </a:t>
            </a:r>
            <a:r>
              <a:rPr lang="en-US" dirty="0" err="1"/>
              <a:t>juga</a:t>
            </a:r>
            <a:r>
              <a:rPr lang="en-US" dirty="0"/>
              <a:t> </a:t>
            </a:r>
            <a:r>
              <a:rPr lang="en-US" dirty="0" err="1"/>
              <a:t>memiliki</a:t>
            </a:r>
            <a:r>
              <a:rPr lang="en-US" dirty="0"/>
              <a:t> </a:t>
            </a:r>
            <a:r>
              <a:rPr lang="en-US" dirty="0" err="1"/>
              <a:t>aturan</a:t>
            </a:r>
            <a:r>
              <a:rPr lang="en-US" dirty="0"/>
              <a:t> </a:t>
            </a:r>
            <a:r>
              <a:rPr lang="en-US" dirty="0" err="1"/>
              <a:t>tertentu</a:t>
            </a:r>
            <a:r>
              <a:rPr lang="en-US" dirty="0"/>
              <a:t>, </a:t>
            </a:r>
            <a:r>
              <a:rPr lang="en-US" dirty="0" err="1"/>
              <a:t>yaitu</a:t>
            </a:r>
            <a:r>
              <a:rPr lang="en-US" dirty="0"/>
              <a:t> :</a:t>
            </a:r>
          </a:p>
          <a:p>
            <a:pPr marL="0" indent="0">
              <a:buNone/>
            </a:pPr>
            <a:r>
              <a:rPr lang="en-US" dirty="0" smtClean="0"/>
              <a:t>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</a:t>
            </a:r>
            <a:r>
              <a:rPr lang="en-US" dirty="0" err="1" smtClean="0"/>
              <a:t>Karakter</a:t>
            </a:r>
            <a:r>
              <a:rPr lang="en-US" dirty="0" smtClean="0"/>
              <a:t> </a:t>
            </a:r>
            <a:r>
              <a:rPr lang="en-US" dirty="0" err="1"/>
              <a:t>pertama</a:t>
            </a:r>
            <a:r>
              <a:rPr lang="en-US" dirty="0"/>
              <a:t> </a:t>
            </a:r>
            <a:r>
              <a:rPr lang="en-US" dirty="0" err="1"/>
              <a:t>harus</a:t>
            </a:r>
            <a:r>
              <a:rPr lang="en-US" dirty="0"/>
              <a:t> </a:t>
            </a:r>
            <a:r>
              <a:rPr lang="en-US" dirty="0" err="1"/>
              <a:t>berupa</a:t>
            </a:r>
            <a:r>
              <a:rPr lang="en-US" dirty="0"/>
              <a:t> </a:t>
            </a:r>
            <a:r>
              <a:rPr lang="en-US" dirty="0" err="1"/>
              <a:t>huruf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garis</a:t>
            </a:r>
            <a:r>
              <a:rPr lang="en-US" dirty="0"/>
              <a:t> </a:t>
            </a:r>
            <a:r>
              <a:rPr lang="en-US" dirty="0" err="1"/>
              <a:t>bawah</a:t>
            </a:r>
            <a:r>
              <a:rPr lang="en-US" dirty="0"/>
              <a:t>/underscore </a:t>
            </a:r>
            <a:r>
              <a:rPr lang="en-US" dirty="0" smtClean="0"/>
              <a:t>_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 err="1" smtClean="0"/>
              <a:t>Karakter</a:t>
            </a:r>
            <a:r>
              <a:rPr lang="en-US" dirty="0" smtClean="0"/>
              <a:t> </a:t>
            </a:r>
            <a:r>
              <a:rPr lang="en-US" dirty="0" err="1"/>
              <a:t>selanjutnya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berupa</a:t>
            </a:r>
            <a:r>
              <a:rPr lang="en-US" dirty="0"/>
              <a:t> </a:t>
            </a:r>
            <a:r>
              <a:rPr lang="en-US" dirty="0" err="1"/>
              <a:t>huruf</a:t>
            </a:r>
            <a:r>
              <a:rPr lang="en-US" dirty="0"/>
              <a:t>, </a:t>
            </a:r>
            <a:r>
              <a:rPr lang="en-US" dirty="0" err="1"/>
              <a:t>garis</a:t>
            </a:r>
            <a:r>
              <a:rPr lang="en-US" dirty="0"/>
              <a:t> </a:t>
            </a:r>
            <a:r>
              <a:rPr lang="en-US" dirty="0" err="1"/>
              <a:t>bawah</a:t>
            </a:r>
            <a:r>
              <a:rPr lang="en-US" dirty="0"/>
              <a:t>/underscore _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 smtClean="0"/>
              <a:t>angka</a:t>
            </a:r>
            <a:endParaRPr lang="en-US" dirty="0" smtClean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 err="1" smtClean="0"/>
              <a:t>Karakter</a:t>
            </a:r>
            <a:r>
              <a:rPr lang="en-US" dirty="0" smtClean="0"/>
              <a:t> </a:t>
            </a:r>
            <a:r>
              <a:rPr lang="en-US" dirty="0" err="1"/>
              <a:t>pada</a:t>
            </a:r>
            <a:r>
              <a:rPr lang="en-US" dirty="0"/>
              <a:t> </a:t>
            </a:r>
            <a:r>
              <a:rPr lang="en-US" dirty="0" err="1"/>
              <a:t>nama</a:t>
            </a:r>
            <a:r>
              <a:rPr lang="en-US" dirty="0"/>
              <a:t> </a:t>
            </a:r>
            <a:r>
              <a:rPr lang="en-US" dirty="0" err="1"/>
              <a:t>variabel</a:t>
            </a:r>
            <a:r>
              <a:rPr lang="en-US" dirty="0"/>
              <a:t> </a:t>
            </a:r>
            <a:r>
              <a:rPr lang="en-US" dirty="0" err="1"/>
              <a:t>bersifat</a:t>
            </a:r>
            <a:r>
              <a:rPr lang="en-US" dirty="0"/>
              <a:t> </a:t>
            </a:r>
            <a:r>
              <a:rPr lang="en-US" dirty="0" err="1"/>
              <a:t>sensitif</a:t>
            </a:r>
            <a:r>
              <a:rPr lang="en-US" dirty="0"/>
              <a:t> (case-</a:t>
            </a:r>
            <a:r>
              <a:rPr lang="en-US" dirty="0" err="1"/>
              <a:t>sensitif</a:t>
            </a:r>
            <a:r>
              <a:rPr lang="en-US" dirty="0"/>
              <a:t>). </a:t>
            </a:r>
            <a:r>
              <a:rPr lang="en-US" dirty="0" err="1"/>
              <a:t>Artinya</a:t>
            </a:r>
            <a:r>
              <a:rPr lang="en-US" dirty="0"/>
              <a:t> </a:t>
            </a:r>
            <a:r>
              <a:rPr lang="en-US" dirty="0" err="1"/>
              <a:t>huruf</a:t>
            </a:r>
            <a:r>
              <a:rPr lang="en-US" dirty="0"/>
              <a:t> </a:t>
            </a:r>
            <a:r>
              <a:rPr lang="en-US" dirty="0" err="1"/>
              <a:t>kecil</a:t>
            </a:r>
            <a:r>
              <a:rPr lang="en-US" dirty="0"/>
              <a:t>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huruf</a:t>
            </a:r>
            <a:r>
              <a:rPr lang="en-US" dirty="0"/>
              <a:t> </a:t>
            </a:r>
            <a:r>
              <a:rPr lang="en-US" dirty="0" err="1"/>
              <a:t>besar</a:t>
            </a:r>
            <a:r>
              <a:rPr lang="en-US" dirty="0"/>
              <a:t> </a:t>
            </a:r>
            <a:r>
              <a:rPr lang="en-US" dirty="0" err="1"/>
              <a:t>dibedakan</a:t>
            </a:r>
            <a:r>
              <a:rPr lang="en-US" dirty="0"/>
              <a:t>. </a:t>
            </a:r>
            <a:r>
              <a:rPr lang="en-US" dirty="0" err="1"/>
              <a:t>Sebagai</a:t>
            </a:r>
            <a:r>
              <a:rPr lang="en-US" dirty="0"/>
              <a:t> </a:t>
            </a:r>
            <a:r>
              <a:rPr lang="en-US" dirty="0" err="1"/>
              <a:t>contoh</a:t>
            </a:r>
            <a:r>
              <a:rPr lang="en-US" dirty="0"/>
              <a:t>, </a:t>
            </a:r>
            <a:r>
              <a:rPr lang="en-US" dirty="0" err="1"/>
              <a:t>variabel</a:t>
            </a:r>
            <a:r>
              <a:rPr lang="en-US" dirty="0"/>
              <a:t> </a:t>
            </a:r>
            <a:r>
              <a:rPr lang="en-US" dirty="0" err="1"/>
              <a:t>namaDepan</a:t>
            </a:r>
            <a:r>
              <a:rPr lang="en-US" dirty="0"/>
              <a:t>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namadepan</a:t>
            </a:r>
            <a:r>
              <a:rPr lang="en-US" dirty="0"/>
              <a:t> </a:t>
            </a:r>
            <a:r>
              <a:rPr lang="en-US" dirty="0" err="1"/>
              <a:t>adalah</a:t>
            </a:r>
            <a:r>
              <a:rPr lang="en-US" dirty="0"/>
              <a:t> </a:t>
            </a:r>
            <a:r>
              <a:rPr lang="en-US" dirty="0" err="1"/>
              <a:t>variabel</a:t>
            </a:r>
            <a:r>
              <a:rPr lang="en-US" dirty="0"/>
              <a:t> yang </a:t>
            </a:r>
            <a:r>
              <a:rPr lang="en-US" dirty="0" err="1"/>
              <a:t>berbeda</a:t>
            </a:r>
            <a:r>
              <a:rPr lang="en-US" dirty="0" smtClean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33145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contoh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34933" y="2286000"/>
            <a:ext cx="5898272" cy="402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237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Structure data on python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1. List </a:t>
            </a:r>
            <a:r>
              <a:rPr lang="en-US" dirty="0" err="1"/>
              <a:t>adalah</a:t>
            </a:r>
            <a:r>
              <a:rPr lang="en-US" dirty="0"/>
              <a:t> </a:t>
            </a:r>
            <a:r>
              <a:rPr lang="en-US" dirty="0" err="1"/>
              <a:t>struktur</a:t>
            </a:r>
            <a:r>
              <a:rPr lang="en-US" dirty="0"/>
              <a:t> data yang </a:t>
            </a:r>
            <a:r>
              <a:rPr lang="en-US" dirty="0" err="1"/>
              <a:t>menyimpan</a:t>
            </a:r>
            <a:r>
              <a:rPr lang="en-US" dirty="0"/>
              <a:t> </a:t>
            </a:r>
            <a:r>
              <a:rPr lang="en-US" dirty="0" err="1"/>
              <a:t>koleksi</a:t>
            </a:r>
            <a:r>
              <a:rPr lang="en-US" dirty="0"/>
              <a:t> data </a:t>
            </a:r>
            <a:r>
              <a:rPr lang="en-US" dirty="0" err="1"/>
              <a:t>terurut</a:t>
            </a:r>
            <a:r>
              <a:rPr lang="en-US" dirty="0"/>
              <a:t>,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menyimpan</a:t>
            </a:r>
            <a:r>
              <a:rPr lang="en-US" dirty="0"/>
              <a:t> sequence / </a:t>
            </a:r>
            <a:r>
              <a:rPr lang="en-US" dirty="0" err="1"/>
              <a:t>rangkaian</a:t>
            </a:r>
            <a:r>
              <a:rPr lang="en-US" dirty="0"/>
              <a:t> item </a:t>
            </a:r>
            <a:r>
              <a:rPr lang="en-US" dirty="0" err="1"/>
              <a:t>menggunakan</a:t>
            </a:r>
            <a:r>
              <a:rPr lang="en-US" dirty="0"/>
              <a:t> list.</a:t>
            </a:r>
          </a:p>
          <a:p>
            <a:endParaRPr lang="en-US" dirty="0"/>
          </a:p>
          <a:p>
            <a:r>
              <a:rPr lang="en-US" dirty="0"/>
              <a:t>Item </a:t>
            </a:r>
            <a:r>
              <a:rPr lang="en-US" dirty="0" err="1"/>
              <a:t>dalam</a:t>
            </a:r>
            <a:r>
              <a:rPr lang="en-US" dirty="0"/>
              <a:t> list </a:t>
            </a:r>
            <a:r>
              <a:rPr lang="en-US" dirty="0" err="1"/>
              <a:t>ditutup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kurung</a:t>
            </a:r>
            <a:r>
              <a:rPr lang="en-US" dirty="0"/>
              <a:t> </a:t>
            </a:r>
            <a:r>
              <a:rPr lang="en-US" dirty="0" err="1"/>
              <a:t>siku</a:t>
            </a:r>
            <a:r>
              <a:rPr lang="en-US" dirty="0"/>
              <a:t> [] (list literal). </a:t>
            </a:r>
            <a:r>
              <a:rPr lang="en-US" dirty="0" err="1"/>
              <a:t>Setelah</a:t>
            </a:r>
            <a:r>
              <a:rPr lang="en-US" dirty="0"/>
              <a:t> list </a:t>
            </a:r>
            <a:r>
              <a:rPr lang="en-US" dirty="0" err="1"/>
              <a:t>dibuat</a:t>
            </a:r>
            <a:r>
              <a:rPr lang="en-US" dirty="0"/>
              <a:t>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menambah</a:t>
            </a:r>
            <a:r>
              <a:rPr lang="en-US" dirty="0"/>
              <a:t>, </a:t>
            </a:r>
            <a:r>
              <a:rPr lang="en-US" dirty="0" err="1"/>
              <a:t>mengurangi</a:t>
            </a:r>
            <a:r>
              <a:rPr lang="en-US" dirty="0"/>
              <a:t>,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mencari</a:t>
            </a:r>
            <a:r>
              <a:rPr lang="en-US" dirty="0"/>
              <a:t> item </a:t>
            </a:r>
            <a:r>
              <a:rPr lang="en-US" dirty="0" err="1"/>
              <a:t>pada</a:t>
            </a:r>
            <a:r>
              <a:rPr lang="en-US" dirty="0"/>
              <a:t> list. </a:t>
            </a:r>
            <a:r>
              <a:rPr lang="en-US" dirty="0" err="1"/>
              <a:t>Karena</a:t>
            </a:r>
            <a:r>
              <a:rPr lang="en-US" dirty="0"/>
              <a:t>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menambah</a:t>
            </a:r>
            <a:r>
              <a:rPr lang="en-US" dirty="0"/>
              <a:t>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mengurangi</a:t>
            </a:r>
            <a:r>
              <a:rPr lang="en-US" dirty="0"/>
              <a:t> item, list </a:t>
            </a:r>
            <a:r>
              <a:rPr lang="en-US" dirty="0" err="1"/>
              <a:t>bersifat</a:t>
            </a:r>
            <a:r>
              <a:rPr lang="en-US" dirty="0"/>
              <a:t> mutable</a:t>
            </a:r>
            <a:r>
              <a:rPr lang="en-US" dirty="0" smtClean="0"/>
              <a:t>.</a:t>
            </a:r>
          </a:p>
          <a:p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6638" y="4819649"/>
            <a:ext cx="611505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471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2. Tuple </a:t>
            </a:r>
            <a:r>
              <a:rPr lang="en-US" dirty="0" err="1"/>
              <a:t>mirip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list </a:t>
            </a:r>
            <a:r>
              <a:rPr lang="en-US" dirty="0" err="1"/>
              <a:t>namun</a:t>
            </a:r>
            <a:r>
              <a:rPr lang="en-US" dirty="0"/>
              <a:t> tuple </a:t>
            </a:r>
            <a:r>
              <a:rPr lang="en-US" dirty="0" err="1"/>
              <a:t>bersifat</a:t>
            </a:r>
            <a:r>
              <a:rPr lang="en-US" dirty="0"/>
              <a:t> immutable (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diubah</a:t>
            </a:r>
            <a:r>
              <a:rPr lang="en-US" dirty="0"/>
              <a:t> </a:t>
            </a:r>
            <a:r>
              <a:rPr lang="en-US" dirty="0" err="1"/>
              <a:t>setelah</a:t>
            </a:r>
            <a:r>
              <a:rPr lang="en-US" dirty="0"/>
              <a:t> </a:t>
            </a:r>
            <a:r>
              <a:rPr lang="en-US" dirty="0" err="1"/>
              <a:t>didefinisikan</a:t>
            </a:r>
            <a:r>
              <a:rPr lang="en-US" dirty="0"/>
              <a:t>).</a:t>
            </a:r>
          </a:p>
          <a:p>
            <a:r>
              <a:rPr lang="en-US" dirty="0"/>
              <a:t>Tuple </a:t>
            </a:r>
            <a:r>
              <a:rPr lang="en-US" dirty="0" err="1"/>
              <a:t>dibuat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menspesifikasikan</a:t>
            </a:r>
            <a:r>
              <a:rPr lang="en-US" dirty="0"/>
              <a:t> item tuple </a:t>
            </a:r>
            <a:r>
              <a:rPr lang="en-US" dirty="0" err="1"/>
              <a:t>dipisahkan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tanda</a:t>
            </a:r>
            <a:r>
              <a:rPr lang="en-US" dirty="0"/>
              <a:t> </a:t>
            </a:r>
            <a:r>
              <a:rPr lang="en-US" dirty="0" err="1"/>
              <a:t>koma</a:t>
            </a:r>
            <a:r>
              <a:rPr lang="en-US" dirty="0"/>
              <a:t>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opsional</a:t>
            </a:r>
            <a:r>
              <a:rPr lang="en-US" dirty="0"/>
              <a:t> </a:t>
            </a:r>
            <a:r>
              <a:rPr lang="en-US" dirty="0" err="1"/>
              <a:t>diapit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tanda</a:t>
            </a:r>
            <a:r>
              <a:rPr lang="en-US" dirty="0"/>
              <a:t> </a:t>
            </a:r>
            <a:r>
              <a:rPr lang="en-US" dirty="0" err="1"/>
              <a:t>kurung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5763" y="4297680"/>
            <a:ext cx="4876800" cy="1152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97554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3. Dictionary </a:t>
            </a:r>
            <a:r>
              <a:rPr lang="en-US" dirty="0" err="1"/>
              <a:t>seperti</a:t>
            </a:r>
            <a:r>
              <a:rPr lang="en-US" dirty="0"/>
              <a:t> </a:t>
            </a:r>
            <a:r>
              <a:rPr lang="en-US" dirty="0" err="1"/>
              <a:t>buku</a:t>
            </a:r>
            <a:r>
              <a:rPr lang="en-US" dirty="0"/>
              <a:t> </a:t>
            </a:r>
            <a:r>
              <a:rPr lang="en-US" dirty="0" err="1"/>
              <a:t>alamat</a:t>
            </a:r>
            <a:r>
              <a:rPr lang="en-US" dirty="0"/>
              <a:t>,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buku</a:t>
            </a:r>
            <a:r>
              <a:rPr lang="en-US" dirty="0"/>
              <a:t> </a:t>
            </a:r>
            <a:r>
              <a:rPr lang="en-US" dirty="0" err="1"/>
              <a:t>alamat</a:t>
            </a:r>
            <a:r>
              <a:rPr lang="en-US" dirty="0"/>
              <a:t>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mencari</a:t>
            </a:r>
            <a:r>
              <a:rPr lang="en-US" dirty="0"/>
              <a:t> </a:t>
            </a:r>
            <a:r>
              <a:rPr lang="en-US" dirty="0" err="1"/>
              <a:t>alamat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detail </a:t>
            </a:r>
            <a:r>
              <a:rPr lang="en-US" dirty="0" err="1"/>
              <a:t>kontak</a:t>
            </a:r>
            <a:r>
              <a:rPr lang="en-US" dirty="0"/>
              <a:t> </a:t>
            </a:r>
            <a:r>
              <a:rPr lang="en-US" dirty="0" err="1"/>
              <a:t>hanya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nama</a:t>
            </a:r>
            <a:r>
              <a:rPr lang="en-US" dirty="0"/>
              <a:t> orang yang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cari</a:t>
            </a:r>
            <a:r>
              <a:rPr lang="en-US" dirty="0"/>
              <a:t>. Kita </a:t>
            </a:r>
            <a:r>
              <a:rPr lang="en-US" dirty="0" err="1"/>
              <a:t>mengasosiasikan</a:t>
            </a:r>
            <a:r>
              <a:rPr lang="en-US" dirty="0"/>
              <a:t> key (</a:t>
            </a:r>
            <a:r>
              <a:rPr lang="en-US" dirty="0" err="1"/>
              <a:t>nama</a:t>
            </a:r>
            <a:r>
              <a:rPr lang="en-US" dirty="0"/>
              <a:t>) </a:t>
            </a:r>
            <a:r>
              <a:rPr lang="en-US" dirty="0" err="1"/>
              <a:t>dengan</a:t>
            </a:r>
            <a:r>
              <a:rPr lang="en-US" dirty="0"/>
              <a:t> value (detail). </a:t>
            </a:r>
            <a:r>
              <a:rPr lang="en-US" dirty="0" err="1"/>
              <a:t>Catatan</a:t>
            </a:r>
            <a:r>
              <a:rPr lang="en-US" dirty="0"/>
              <a:t> key </a:t>
            </a:r>
            <a:r>
              <a:rPr lang="en-US" dirty="0" err="1"/>
              <a:t>harus</a:t>
            </a:r>
            <a:r>
              <a:rPr lang="en-US" dirty="0"/>
              <a:t> </a:t>
            </a:r>
            <a:r>
              <a:rPr lang="en-US" dirty="0" err="1"/>
              <a:t>bersifat</a:t>
            </a:r>
            <a:r>
              <a:rPr lang="en-US" dirty="0"/>
              <a:t> </a:t>
            </a:r>
            <a:r>
              <a:rPr lang="en-US" dirty="0" err="1"/>
              <a:t>unik</a:t>
            </a:r>
            <a:r>
              <a:rPr lang="en-US" dirty="0"/>
              <a:t>,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menemukan</a:t>
            </a:r>
            <a:r>
              <a:rPr lang="en-US" dirty="0"/>
              <a:t> </a:t>
            </a:r>
            <a:r>
              <a:rPr lang="en-US" dirty="0" err="1"/>
              <a:t>informasi</a:t>
            </a:r>
            <a:r>
              <a:rPr lang="en-US" dirty="0"/>
              <a:t> yang </a:t>
            </a:r>
            <a:r>
              <a:rPr lang="en-US" dirty="0" err="1"/>
              <a:t>tepat</a:t>
            </a:r>
            <a:r>
              <a:rPr lang="en-US" dirty="0"/>
              <a:t> </a:t>
            </a:r>
            <a:r>
              <a:rPr lang="en-US" dirty="0" err="1"/>
              <a:t>jika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</a:t>
            </a:r>
            <a:r>
              <a:rPr lang="en-US" dirty="0" err="1"/>
              <a:t>dua</a:t>
            </a:r>
            <a:r>
              <a:rPr lang="en-US" dirty="0"/>
              <a:t> orang yang </a:t>
            </a:r>
            <a:r>
              <a:rPr lang="en-US" dirty="0" err="1"/>
              <a:t>mempunyai</a:t>
            </a:r>
            <a:r>
              <a:rPr lang="en-US" dirty="0"/>
              <a:t> </a:t>
            </a:r>
            <a:r>
              <a:rPr lang="en-US" dirty="0" err="1"/>
              <a:t>nama</a:t>
            </a:r>
            <a:r>
              <a:rPr lang="en-US" dirty="0"/>
              <a:t> yang </a:t>
            </a:r>
            <a:r>
              <a:rPr lang="en-US" dirty="0" err="1"/>
              <a:t>sama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buku</a:t>
            </a:r>
            <a:r>
              <a:rPr lang="en-US" dirty="0"/>
              <a:t> </a:t>
            </a:r>
            <a:r>
              <a:rPr lang="en-US" dirty="0" err="1"/>
              <a:t>alamat</a:t>
            </a:r>
            <a:r>
              <a:rPr lang="en-US" dirty="0"/>
              <a:t> </a:t>
            </a:r>
            <a:r>
              <a:rPr lang="en-US" dirty="0" err="1"/>
              <a:t>anda</a:t>
            </a:r>
            <a:r>
              <a:rPr lang="en-US" dirty="0" smtClean="0"/>
              <a:t>.</a:t>
            </a:r>
            <a:endParaRPr lang="en-US" dirty="0"/>
          </a:p>
          <a:p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hanya</a:t>
            </a:r>
            <a:r>
              <a:rPr lang="en-US" dirty="0"/>
              <a:t>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obyek</a:t>
            </a:r>
            <a:r>
              <a:rPr lang="en-US" dirty="0"/>
              <a:t> immutable (</a:t>
            </a:r>
            <a:r>
              <a:rPr lang="en-US" dirty="0" err="1"/>
              <a:t>seperti</a:t>
            </a:r>
            <a:r>
              <a:rPr lang="en-US" dirty="0"/>
              <a:t> string) </a:t>
            </a:r>
            <a:r>
              <a:rPr lang="en-US" dirty="0" err="1"/>
              <a:t>untuk</a:t>
            </a:r>
            <a:r>
              <a:rPr lang="en-US" dirty="0"/>
              <a:t> key/ </a:t>
            </a:r>
            <a:r>
              <a:rPr lang="en-US" dirty="0" err="1"/>
              <a:t>kunci</a:t>
            </a:r>
            <a:r>
              <a:rPr lang="en-US" dirty="0"/>
              <a:t> dictionary.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obyek</a:t>
            </a:r>
            <a:r>
              <a:rPr lang="en-US" dirty="0"/>
              <a:t> mutable </a:t>
            </a:r>
            <a:r>
              <a:rPr lang="en-US" dirty="0" err="1"/>
              <a:t>atau</a:t>
            </a:r>
            <a:r>
              <a:rPr lang="en-US" dirty="0"/>
              <a:t> immutable </a:t>
            </a:r>
            <a:r>
              <a:rPr lang="en-US" dirty="0" err="1"/>
              <a:t>untuk</a:t>
            </a:r>
            <a:r>
              <a:rPr lang="en-US" dirty="0"/>
              <a:t> value </a:t>
            </a:r>
            <a:r>
              <a:rPr lang="en-US" dirty="0" err="1"/>
              <a:t>dalam</a:t>
            </a:r>
            <a:r>
              <a:rPr lang="en-US" dirty="0"/>
              <a:t> dictionary.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7239" y="5011270"/>
            <a:ext cx="6093848" cy="1100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63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Kondisi</a:t>
            </a:r>
            <a:r>
              <a:rPr lang="en-US" dirty="0" smtClean="0"/>
              <a:t> if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Pengambilan</a:t>
            </a:r>
            <a:r>
              <a:rPr lang="en-US" dirty="0"/>
              <a:t> </a:t>
            </a:r>
            <a:r>
              <a:rPr lang="en-US" dirty="0" err="1"/>
              <a:t>keputusan</a:t>
            </a:r>
            <a:r>
              <a:rPr lang="en-US" dirty="0"/>
              <a:t> (</a:t>
            </a:r>
            <a:r>
              <a:rPr lang="en-US" dirty="0" err="1"/>
              <a:t>kondisi</a:t>
            </a:r>
            <a:r>
              <a:rPr lang="en-US" dirty="0"/>
              <a:t> if) </a:t>
            </a:r>
            <a:r>
              <a:rPr lang="en-US" dirty="0" err="1"/>
              <a:t>digunakan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mengantisipasi</a:t>
            </a:r>
            <a:r>
              <a:rPr lang="en-US" dirty="0"/>
              <a:t> </a:t>
            </a:r>
            <a:r>
              <a:rPr lang="en-US" dirty="0" err="1"/>
              <a:t>kondisi</a:t>
            </a:r>
            <a:r>
              <a:rPr lang="en-US" dirty="0"/>
              <a:t> yang </a:t>
            </a:r>
            <a:r>
              <a:rPr lang="en-US" dirty="0" err="1"/>
              <a:t>terjadi</a:t>
            </a:r>
            <a:r>
              <a:rPr lang="en-US" dirty="0"/>
              <a:t> </a:t>
            </a:r>
            <a:r>
              <a:rPr lang="en-US" dirty="0" err="1"/>
              <a:t>saat</a:t>
            </a:r>
            <a:r>
              <a:rPr lang="en-US" dirty="0"/>
              <a:t> </a:t>
            </a:r>
            <a:r>
              <a:rPr lang="en-US" dirty="0" err="1"/>
              <a:t>jalanya</a:t>
            </a:r>
            <a:r>
              <a:rPr lang="en-US" dirty="0"/>
              <a:t> program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menentukan</a:t>
            </a:r>
            <a:r>
              <a:rPr lang="en-US" dirty="0"/>
              <a:t> </a:t>
            </a:r>
            <a:r>
              <a:rPr lang="en-US" dirty="0" err="1"/>
              <a:t>tindakan</a:t>
            </a:r>
            <a:r>
              <a:rPr lang="en-US" dirty="0"/>
              <a:t> </a:t>
            </a:r>
            <a:r>
              <a:rPr lang="en-US" dirty="0" err="1"/>
              <a:t>apa</a:t>
            </a:r>
            <a:r>
              <a:rPr lang="en-US" dirty="0"/>
              <a:t> yang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diambil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kondisi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 err="1"/>
              <a:t>Pada</a:t>
            </a:r>
            <a:r>
              <a:rPr lang="en-US" dirty="0"/>
              <a:t> python </a:t>
            </a:r>
            <a:r>
              <a:rPr lang="en-US" dirty="0" err="1"/>
              <a:t>ada</a:t>
            </a:r>
            <a:r>
              <a:rPr lang="en-US" dirty="0"/>
              <a:t> </a:t>
            </a:r>
            <a:r>
              <a:rPr lang="en-US" dirty="0" err="1"/>
              <a:t>beberapa</a:t>
            </a:r>
            <a:r>
              <a:rPr lang="en-US" dirty="0"/>
              <a:t> statement/</a:t>
            </a:r>
            <a:r>
              <a:rPr lang="en-US" dirty="0" err="1"/>
              <a:t>kondisi</a:t>
            </a:r>
            <a:r>
              <a:rPr lang="en-US" dirty="0"/>
              <a:t> </a:t>
            </a:r>
            <a:r>
              <a:rPr lang="en-US" dirty="0" err="1"/>
              <a:t>diantaranya</a:t>
            </a:r>
            <a:r>
              <a:rPr lang="en-US" dirty="0"/>
              <a:t> </a:t>
            </a:r>
            <a:r>
              <a:rPr lang="en-US" dirty="0" err="1"/>
              <a:t>adalah</a:t>
            </a:r>
            <a:r>
              <a:rPr lang="en-US" dirty="0"/>
              <a:t> if, else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elif</a:t>
            </a:r>
            <a:r>
              <a:rPr lang="en-US" dirty="0"/>
              <a:t> </a:t>
            </a:r>
            <a:r>
              <a:rPr lang="en-US" dirty="0" err="1"/>
              <a:t>Kondisi</a:t>
            </a:r>
            <a:r>
              <a:rPr lang="en-US" dirty="0"/>
              <a:t> if </a:t>
            </a:r>
            <a:r>
              <a:rPr lang="en-US" dirty="0" err="1"/>
              <a:t>digunakan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mengeksekusi</a:t>
            </a:r>
            <a:r>
              <a:rPr lang="en-US" dirty="0"/>
              <a:t> </a:t>
            </a:r>
            <a:r>
              <a:rPr lang="en-US" dirty="0" err="1"/>
              <a:t>kode</a:t>
            </a:r>
            <a:r>
              <a:rPr lang="en-US" dirty="0"/>
              <a:t> </a:t>
            </a:r>
            <a:r>
              <a:rPr lang="en-US" dirty="0" err="1"/>
              <a:t>jika</a:t>
            </a:r>
            <a:r>
              <a:rPr lang="en-US" dirty="0"/>
              <a:t> </a:t>
            </a:r>
            <a:r>
              <a:rPr lang="en-US" dirty="0" err="1"/>
              <a:t>kondisi</a:t>
            </a:r>
            <a:r>
              <a:rPr lang="en-US" dirty="0"/>
              <a:t> </a:t>
            </a:r>
            <a:r>
              <a:rPr lang="en-US" dirty="0" err="1"/>
              <a:t>bernilai</a:t>
            </a:r>
            <a:r>
              <a:rPr lang="en-US" dirty="0"/>
              <a:t> </a:t>
            </a:r>
            <a:r>
              <a:rPr lang="en-US" dirty="0" err="1"/>
              <a:t>benar</a:t>
            </a:r>
            <a:r>
              <a:rPr lang="en-US" dirty="0"/>
              <a:t> True.</a:t>
            </a:r>
          </a:p>
          <a:p>
            <a:endParaRPr lang="en-US" dirty="0"/>
          </a:p>
          <a:p>
            <a:r>
              <a:rPr lang="en-US" dirty="0" err="1"/>
              <a:t>Jika</a:t>
            </a:r>
            <a:r>
              <a:rPr lang="en-US" dirty="0"/>
              <a:t> </a:t>
            </a:r>
            <a:r>
              <a:rPr lang="en-US" dirty="0" err="1"/>
              <a:t>kondisi</a:t>
            </a:r>
            <a:r>
              <a:rPr lang="en-US" dirty="0"/>
              <a:t> </a:t>
            </a:r>
            <a:r>
              <a:rPr lang="en-US" dirty="0" err="1"/>
              <a:t>bernilai</a:t>
            </a:r>
            <a:r>
              <a:rPr lang="en-US" dirty="0"/>
              <a:t> </a:t>
            </a:r>
            <a:r>
              <a:rPr lang="en-US" dirty="0" err="1"/>
              <a:t>salah</a:t>
            </a:r>
            <a:r>
              <a:rPr lang="en-US" dirty="0"/>
              <a:t> False </a:t>
            </a:r>
            <a:r>
              <a:rPr lang="en-US" dirty="0" err="1"/>
              <a:t>maka</a:t>
            </a:r>
            <a:r>
              <a:rPr lang="en-US" dirty="0"/>
              <a:t> statement/</a:t>
            </a:r>
            <a:r>
              <a:rPr lang="en-US" dirty="0" err="1"/>
              <a:t>kondisi</a:t>
            </a:r>
            <a:r>
              <a:rPr lang="en-US" dirty="0"/>
              <a:t> if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di-</a:t>
            </a:r>
            <a:r>
              <a:rPr lang="en-US" dirty="0" err="1"/>
              <a:t>eksekusi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072690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3938" y="2626978"/>
            <a:ext cx="9720262" cy="3340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5710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Kondisi</a:t>
            </a:r>
            <a:r>
              <a:rPr lang="en-US" dirty="0" smtClean="0"/>
              <a:t> if else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Pengambilan</a:t>
            </a:r>
            <a:r>
              <a:rPr lang="en-US" dirty="0"/>
              <a:t> </a:t>
            </a:r>
            <a:r>
              <a:rPr lang="en-US" dirty="0" err="1"/>
              <a:t>keputusan</a:t>
            </a:r>
            <a:r>
              <a:rPr lang="en-US" dirty="0"/>
              <a:t> (</a:t>
            </a:r>
            <a:r>
              <a:rPr lang="en-US" dirty="0" err="1"/>
              <a:t>kondisi</a:t>
            </a:r>
            <a:r>
              <a:rPr lang="en-US" dirty="0"/>
              <a:t> if else)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hanya</a:t>
            </a:r>
            <a:r>
              <a:rPr lang="en-US" dirty="0"/>
              <a:t> </a:t>
            </a:r>
            <a:r>
              <a:rPr lang="en-US" dirty="0" err="1"/>
              <a:t>digunakan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menentukan</a:t>
            </a:r>
            <a:r>
              <a:rPr lang="en-US" dirty="0"/>
              <a:t> </a:t>
            </a:r>
            <a:r>
              <a:rPr lang="en-US" dirty="0" err="1"/>
              <a:t>tindakan</a:t>
            </a:r>
            <a:r>
              <a:rPr lang="en-US" dirty="0"/>
              <a:t> </a:t>
            </a:r>
            <a:r>
              <a:rPr lang="en-US" dirty="0" err="1"/>
              <a:t>apa</a:t>
            </a:r>
            <a:r>
              <a:rPr lang="en-US" dirty="0"/>
              <a:t> yang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diambil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kondisi</a:t>
            </a:r>
            <a:r>
              <a:rPr lang="en-US" dirty="0"/>
              <a:t>, </a:t>
            </a:r>
            <a:r>
              <a:rPr lang="en-US" dirty="0" err="1"/>
              <a:t>tetapi</a:t>
            </a:r>
            <a:r>
              <a:rPr lang="en-US" dirty="0"/>
              <a:t> </a:t>
            </a:r>
            <a:r>
              <a:rPr lang="en-US" dirty="0" err="1"/>
              <a:t>juga</a:t>
            </a:r>
            <a:r>
              <a:rPr lang="en-US" dirty="0"/>
              <a:t> </a:t>
            </a:r>
            <a:r>
              <a:rPr lang="en-US" dirty="0" err="1"/>
              <a:t>digunakan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menentukan</a:t>
            </a:r>
            <a:r>
              <a:rPr lang="en-US" dirty="0"/>
              <a:t> </a:t>
            </a:r>
            <a:r>
              <a:rPr lang="en-US" dirty="0" err="1"/>
              <a:t>tindakan</a:t>
            </a:r>
            <a:r>
              <a:rPr lang="en-US" dirty="0"/>
              <a:t> </a:t>
            </a:r>
            <a:r>
              <a:rPr lang="en-US" dirty="0" err="1"/>
              <a:t>apa</a:t>
            </a:r>
            <a:r>
              <a:rPr lang="en-US" dirty="0"/>
              <a:t> yang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diambil</a:t>
            </a:r>
            <a:r>
              <a:rPr lang="en-US" dirty="0"/>
              <a:t>/</a:t>
            </a:r>
            <a:r>
              <a:rPr lang="en-US" dirty="0" err="1"/>
              <a:t>dijalankan</a:t>
            </a:r>
            <a:r>
              <a:rPr lang="en-US" dirty="0"/>
              <a:t> </a:t>
            </a:r>
            <a:r>
              <a:rPr lang="en-US" dirty="0" err="1"/>
              <a:t>jika</a:t>
            </a:r>
            <a:r>
              <a:rPr lang="en-US" dirty="0"/>
              <a:t> </a:t>
            </a:r>
            <a:r>
              <a:rPr lang="en-US" dirty="0" err="1"/>
              <a:t>kondisi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3341594"/>
            <a:ext cx="1011555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093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Kondisi</a:t>
            </a:r>
            <a:r>
              <a:rPr lang="en-US" dirty="0" smtClean="0"/>
              <a:t> </a:t>
            </a:r>
            <a:r>
              <a:rPr lang="en-US" dirty="0" err="1" smtClean="0"/>
              <a:t>elif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4128" y="2286000"/>
            <a:ext cx="9720071" cy="4652682"/>
          </a:xfrm>
        </p:spPr>
        <p:txBody>
          <a:bodyPr/>
          <a:lstStyle/>
          <a:p>
            <a:r>
              <a:rPr lang="en-US" dirty="0" err="1"/>
              <a:t>Pengambilan</a:t>
            </a:r>
            <a:r>
              <a:rPr lang="en-US" dirty="0"/>
              <a:t> </a:t>
            </a:r>
            <a:r>
              <a:rPr lang="en-US" dirty="0" err="1"/>
              <a:t>keputusan</a:t>
            </a:r>
            <a:r>
              <a:rPr lang="en-US" dirty="0"/>
              <a:t> (</a:t>
            </a:r>
            <a:r>
              <a:rPr lang="en-US" dirty="0" err="1"/>
              <a:t>kondisi</a:t>
            </a:r>
            <a:r>
              <a:rPr lang="en-US" dirty="0"/>
              <a:t> if </a:t>
            </a:r>
            <a:r>
              <a:rPr lang="en-US" dirty="0" err="1"/>
              <a:t>elif</a:t>
            </a:r>
            <a:r>
              <a:rPr lang="en-US" dirty="0"/>
              <a:t>) </a:t>
            </a:r>
            <a:r>
              <a:rPr lang="en-US" dirty="0" err="1"/>
              <a:t>merupakan</a:t>
            </a:r>
            <a:r>
              <a:rPr lang="en-US" dirty="0"/>
              <a:t> </a:t>
            </a:r>
            <a:r>
              <a:rPr lang="en-US" dirty="0" err="1"/>
              <a:t>lanjutan</a:t>
            </a:r>
            <a:r>
              <a:rPr lang="en-US" dirty="0"/>
              <a:t>/</a:t>
            </a:r>
            <a:r>
              <a:rPr lang="en-US" dirty="0" err="1"/>
              <a:t>percabangan</a:t>
            </a:r>
            <a:r>
              <a:rPr lang="en-US" dirty="0"/>
              <a:t> </a:t>
            </a:r>
            <a:r>
              <a:rPr lang="en-US" dirty="0" err="1"/>
              <a:t>logika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“</a:t>
            </a:r>
            <a:r>
              <a:rPr lang="en-US" dirty="0" err="1"/>
              <a:t>kondisi</a:t>
            </a:r>
            <a:r>
              <a:rPr lang="en-US" dirty="0"/>
              <a:t> if”.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elif</a:t>
            </a:r>
            <a:r>
              <a:rPr lang="en-US" dirty="0"/>
              <a:t>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</a:t>
            </a:r>
            <a:r>
              <a:rPr lang="en-US" dirty="0" err="1"/>
              <a:t>kode</a:t>
            </a:r>
            <a:r>
              <a:rPr lang="en-US" dirty="0"/>
              <a:t> program yang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menyeleksi</a:t>
            </a:r>
            <a:r>
              <a:rPr lang="en-US" dirty="0"/>
              <a:t> </a:t>
            </a:r>
            <a:r>
              <a:rPr lang="en-US" dirty="0" err="1"/>
              <a:t>beberapa</a:t>
            </a:r>
            <a:r>
              <a:rPr lang="en-US" dirty="0"/>
              <a:t> </a:t>
            </a:r>
            <a:r>
              <a:rPr lang="en-US" dirty="0" err="1"/>
              <a:t>kemungkinan</a:t>
            </a:r>
            <a:r>
              <a:rPr lang="en-US" dirty="0"/>
              <a:t> yang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terjadi</a:t>
            </a:r>
            <a:r>
              <a:rPr lang="en-US" dirty="0"/>
              <a:t>. </a:t>
            </a:r>
            <a:r>
              <a:rPr lang="en-US" dirty="0" err="1"/>
              <a:t>Hampir</a:t>
            </a:r>
            <a:r>
              <a:rPr lang="en-US" dirty="0"/>
              <a:t> </a:t>
            </a:r>
            <a:r>
              <a:rPr lang="en-US" dirty="0" err="1"/>
              <a:t>sama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kondisi</a:t>
            </a:r>
            <a:r>
              <a:rPr lang="en-US" dirty="0"/>
              <a:t> “else”, </a:t>
            </a:r>
            <a:r>
              <a:rPr lang="en-US" dirty="0" err="1"/>
              <a:t>bedanya</a:t>
            </a:r>
            <a:r>
              <a:rPr lang="en-US" dirty="0"/>
              <a:t> </a:t>
            </a:r>
            <a:r>
              <a:rPr lang="en-US" dirty="0" err="1"/>
              <a:t>kondisi</a:t>
            </a:r>
            <a:r>
              <a:rPr lang="en-US" dirty="0"/>
              <a:t> “</a:t>
            </a:r>
            <a:r>
              <a:rPr lang="en-US" dirty="0" err="1"/>
              <a:t>elif</a:t>
            </a:r>
            <a:r>
              <a:rPr lang="en-US" dirty="0"/>
              <a:t>”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banyak</a:t>
            </a:r>
            <a:r>
              <a:rPr lang="en-US" dirty="0"/>
              <a:t>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hanya</a:t>
            </a:r>
            <a:r>
              <a:rPr lang="en-US" dirty="0"/>
              <a:t> </a:t>
            </a:r>
            <a:r>
              <a:rPr lang="en-US" dirty="0" err="1"/>
              <a:t>satu</a:t>
            </a:r>
            <a:r>
              <a:rPr lang="en-US" dirty="0"/>
              <a:t>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3639670"/>
            <a:ext cx="10096500" cy="2589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1185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Loop on python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/>
              <a:t>Secara</a:t>
            </a:r>
            <a:r>
              <a:rPr lang="en-US" dirty="0"/>
              <a:t> </a:t>
            </a:r>
            <a:r>
              <a:rPr lang="en-US" dirty="0" err="1"/>
              <a:t>umum</a:t>
            </a:r>
            <a:r>
              <a:rPr lang="en-US" dirty="0"/>
              <a:t>, </a:t>
            </a:r>
            <a:r>
              <a:rPr lang="en-US" dirty="0" err="1"/>
              <a:t>pernyataan</a:t>
            </a:r>
            <a:r>
              <a:rPr lang="en-US" dirty="0"/>
              <a:t> </a:t>
            </a:r>
            <a:r>
              <a:rPr lang="en-US" dirty="0" err="1"/>
              <a:t>pada</a:t>
            </a:r>
            <a:r>
              <a:rPr lang="en-US" dirty="0"/>
              <a:t> </a:t>
            </a:r>
            <a:r>
              <a:rPr lang="en-US" dirty="0" err="1"/>
              <a:t>bahasa</a:t>
            </a:r>
            <a:r>
              <a:rPr lang="en-US" dirty="0"/>
              <a:t> </a:t>
            </a:r>
            <a:r>
              <a:rPr lang="en-US" dirty="0" err="1"/>
              <a:t>pemrograman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dieksekusi</a:t>
            </a:r>
            <a:r>
              <a:rPr lang="en-US" dirty="0"/>
              <a:t> </a:t>
            </a:r>
            <a:r>
              <a:rPr lang="en-US" dirty="0" err="1"/>
              <a:t>secara</a:t>
            </a:r>
            <a:r>
              <a:rPr lang="en-US" dirty="0"/>
              <a:t> </a:t>
            </a:r>
            <a:r>
              <a:rPr lang="en-US" dirty="0" err="1"/>
              <a:t>berurutan</a:t>
            </a:r>
            <a:r>
              <a:rPr lang="en-US" dirty="0"/>
              <a:t>. </a:t>
            </a:r>
            <a:r>
              <a:rPr lang="en-US" dirty="0" err="1"/>
              <a:t>Pernyataan</a:t>
            </a:r>
            <a:r>
              <a:rPr lang="en-US" dirty="0"/>
              <a:t> </a:t>
            </a:r>
            <a:r>
              <a:rPr lang="en-US" dirty="0" err="1"/>
              <a:t>pertama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sebuah</a:t>
            </a:r>
            <a:r>
              <a:rPr lang="en-US" dirty="0"/>
              <a:t> </a:t>
            </a:r>
            <a:r>
              <a:rPr lang="en-US" dirty="0" err="1"/>
              <a:t>fungsi</a:t>
            </a:r>
            <a:r>
              <a:rPr lang="en-US" dirty="0"/>
              <a:t> </a:t>
            </a:r>
            <a:r>
              <a:rPr lang="en-US" dirty="0" err="1"/>
              <a:t>dijalankan</a:t>
            </a:r>
            <a:r>
              <a:rPr lang="en-US" dirty="0"/>
              <a:t> </a:t>
            </a:r>
            <a:r>
              <a:rPr lang="en-US" dirty="0" err="1"/>
              <a:t>pertama</a:t>
            </a:r>
            <a:r>
              <a:rPr lang="en-US" dirty="0"/>
              <a:t>, </a:t>
            </a:r>
            <a:r>
              <a:rPr lang="en-US" dirty="0" err="1"/>
              <a:t>diikuti</a:t>
            </a:r>
            <a:r>
              <a:rPr lang="en-US" dirty="0"/>
              <a:t> </a:t>
            </a:r>
            <a:r>
              <a:rPr lang="en-US" dirty="0" err="1"/>
              <a:t>oleh</a:t>
            </a:r>
            <a:r>
              <a:rPr lang="en-US" dirty="0"/>
              <a:t> yang </a:t>
            </a:r>
            <a:r>
              <a:rPr lang="en-US" dirty="0" err="1"/>
              <a:t>kedua</a:t>
            </a:r>
            <a:r>
              <a:rPr lang="en-US" dirty="0"/>
              <a:t>,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seterusnya</a:t>
            </a:r>
            <a:r>
              <a:rPr lang="en-US" dirty="0"/>
              <a:t>. </a:t>
            </a:r>
            <a:r>
              <a:rPr lang="en-US" dirty="0" err="1"/>
              <a:t>Tetapi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</a:t>
            </a:r>
            <a:r>
              <a:rPr lang="en-US" dirty="0" err="1"/>
              <a:t>situasi</a:t>
            </a:r>
            <a:r>
              <a:rPr lang="en-US" dirty="0"/>
              <a:t> </a:t>
            </a:r>
            <a:r>
              <a:rPr lang="en-US" dirty="0" err="1"/>
              <a:t>dimana</a:t>
            </a:r>
            <a:r>
              <a:rPr lang="en-US" dirty="0"/>
              <a:t>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harus</a:t>
            </a:r>
            <a:r>
              <a:rPr lang="en-US" dirty="0"/>
              <a:t> </a:t>
            </a:r>
            <a:r>
              <a:rPr lang="en-US" dirty="0" err="1"/>
              <a:t>menulis</a:t>
            </a:r>
            <a:r>
              <a:rPr lang="en-US" dirty="0"/>
              <a:t> </a:t>
            </a:r>
            <a:r>
              <a:rPr lang="en-US" dirty="0" err="1"/>
              <a:t>banyak</a:t>
            </a:r>
            <a:r>
              <a:rPr lang="en-US" dirty="0"/>
              <a:t> </a:t>
            </a:r>
            <a:r>
              <a:rPr lang="en-US" dirty="0" err="1"/>
              <a:t>kode</a:t>
            </a:r>
            <a:r>
              <a:rPr lang="en-US" dirty="0"/>
              <a:t>, </a:t>
            </a:r>
            <a:r>
              <a:rPr lang="en-US" dirty="0" err="1"/>
              <a:t>dimana</a:t>
            </a:r>
            <a:r>
              <a:rPr lang="en-US" dirty="0"/>
              <a:t> </a:t>
            </a:r>
            <a:r>
              <a:rPr lang="en-US" dirty="0" err="1"/>
              <a:t>kode</a:t>
            </a:r>
            <a:r>
              <a:rPr lang="en-US" dirty="0"/>
              <a:t> </a:t>
            </a:r>
            <a:r>
              <a:rPr lang="en-US" dirty="0" err="1"/>
              <a:t>tersebut</a:t>
            </a:r>
            <a:r>
              <a:rPr lang="en-US" dirty="0"/>
              <a:t> </a:t>
            </a:r>
            <a:r>
              <a:rPr lang="en-US" dirty="0" err="1"/>
              <a:t>sangat</a:t>
            </a:r>
            <a:r>
              <a:rPr lang="en-US" dirty="0"/>
              <a:t> </a:t>
            </a:r>
            <a:r>
              <a:rPr lang="en-US" dirty="0" err="1"/>
              <a:t>banyak</a:t>
            </a:r>
            <a:r>
              <a:rPr lang="en-US" dirty="0"/>
              <a:t>. </a:t>
            </a:r>
            <a:r>
              <a:rPr lang="en-US" dirty="0" err="1"/>
              <a:t>Jika</a:t>
            </a:r>
            <a:r>
              <a:rPr lang="en-US" dirty="0"/>
              <a:t> </a:t>
            </a:r>
            <a:r>
              <a:rPr lang="en-US" dirty="0" err="1"/>
              <a:t>dilakukan</a:t>
            </a:r>
            <a:r>
              <a:rPr lang="en-US" dirty="0"/>
              <a:t> </a:t>
            </a:r>
            <a:r>
              <a:rPr lang="en-US" dirty="0" err="1"/>
              <a:t>secara</a:t>
            </a:r>
            <a:r>
              <a:rPr lang="en-US" dirty="0"/>
              <a:t> manual </a:t>
            </a:r>
            <a:r>
              <a:rPr lang="en-US" dirty="0" err="1"/>
              <a:t>maka</a:t>
            </a:r>
            <a:r>
              <a:rPr lang="en-US" dirty="0"/>
              <a:t>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hanya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membuang-buang</a:t>
            </a:r>
            <a:r>
              <a:rPr lang="en-US" dirty="0"/>
              <a:t> </a:t>
            </a:r>
            <a:r>
              <a:rPr lang="en-US" dirty="0" err="1"/>
              <a:t>tenaga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menulis</a:t>
            </a:r>
            <a:r>
              <a:rPr lang="en-US" dirty="0"/>
              <a:t> </a:t>
            </a:r>
            <a:r>
              <a:rPr lang="en-US" dirty="0" err="1"/>
              <a:t>beratus-ratus</a:t>
            </a:r>
            <a:r>
              <a:rPr lang="en-US" dirty="0"/>
              <a:t> </a:t>
            </a:r>
            <a:r>
              <a:rPr lang="en-US" dirty="0" err="1"/>
              <a:t>bahkan</a:t>
            </a:r>
            <a:r>
              <a:rPr lang="en-US" dirty="0"/>
              <a:t> </a:t>
            </a:r>
            <a:r>
              <a:rPr lang="en-US" dirty="0" err="1"/>
              <a:t>beribu-ribu</a:t>
            </a:r>
            <a:r>
              <a:rPr lang="en-US" dirty="0"/>
              <a:t> </a:t>
            </a:r>
            <a:r>
              <a:rPr lang="en-US" dirty="0" err="1"/>
              <a:t>kode</a:t>
            </a:r>
            <a:r>
              <a:rPr lang="en-US" dirty="0"/>
              <a:t>.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itu</a:t>
            </a:r>
            <a:r>
              <a:rPr lang="en-US" dirty="0"/>
              <a:t>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perlu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pengulangan</a:t>
            </a:r>
            <a:r>
              <a:rPr lang="en-US" dirty="0"/>
              <a:t> di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bahasa</a:t>
            </a:r>
            <a:r>
              <a:rPr lang="en-US" dirty="0"/>
              <a:t> </a:t>
            </a:r>
            <a:r>
              <a:rPr lang="en-US" dirty="0" err="1"/>
              <a:t>pemrograman</a:t>
            </a:r>
            <a:r>
              <a:rPr lang="en-US" dirty="0"/>
              <a:t> Python</a:t>
            </a:r>
            <a:r>
              <a:rPr lang="en-US" dirty="0" smtClean="0"/>
              <a:t>.</a:t>
            </a:r>
          </a:p>
          <a:p>
            <a:endParaRPr lang="en-US" dirty="0"/>
          </a:p>
          <a:p>
            <a:r>
              <a:rPr lang="en-US" dirty="0"/>
              <a:t>Di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bahasa</a:t>
            </a:r>
            <a:r>
              <a:rPr lang="en-US" dirty="0"/>
              <a:t> </a:t>
            </a:r>
            <a:r>
              <a:rPr lang="en-US" dirty="0" err="1"/>
              <a:t>pemrograman</a:t>
            </a:r>
            <a:r>
              <a:rPr lang="en-US" dirty="0"/>
              <a:t> Python </a:t>
            </a:r>
            <a:r>
              <a:rPr lang="en-US" dirty="0" err="1"/>
              <a:t>pengulangan</a:t>
            </a:r>
            <a:r>
              <a:rPr lang="en-US" dirty="0"/>
              <a:t> </a:t>
            </a:r>
            <a:r>
              <a:rPr lang="en-US" dirty="0" err="1"/>
              <a:t>dibagi</a:t>
            </a:r>
            <a:r>
              <a:rPr lang="en-US" dirty="0"/>
              <a:t> </a:t>
            </a:r>
            <a:r>
              <a:rPr lang="en-US" dirty="0" err="1"/>
              <a:t>menjadi</a:t>
            </a:r>
            <a:r>
              <a:rPr lang="en-US" dirty="0"/>
              <a:t> 3 </a:t>
            </a:r>
            <a:r>
              <a:rPr lang="en-US" dirty="0" err="1"/>
              <a:t>bagian</a:t>
            </a:r>
            <a:r>
              <a:rPr lang="en-US" dirty="0"/>
              <a:t>, </a:t>
            </a:r>
            <a:r>
              <a:rPr lang="en-US" dirty="0" err="1"/>
              <a:t>yaitu</a:t>
            </a:r>
            <a:r>
              <a:rPr lang="en-US" dirty="0"/>
              <a:t> :</a:t>
            </a:r>
          </a:p>
          <a:p>
            <a:r>
              <a:rPr lang="en-US" dirty="0"/>
              <a:t>While Loop</a:t>
            </a:r>
          </a:p>
          <a:p>
            <a:r>
              <a:rPr lang="en-US" dirty="0"/>
              <a:t>For </a:t>
            </a:r>
            <a:r>
              <a:rPr lang="en-US" dirty="0" smtClean="0"/>
              <a:t>Loop</a:t>
            </a:r>
            <a:endParaRPr lang="en-US" dirty="0"/>
          </a:p>
          <a:p>
            <a:r>
              <a:rPr lang="en-US" dirty="0"/>
              <a:t>Nested Loop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1428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While loop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Pengulangan</a:t>
            </a:r>
            <a:r>
              <a:rPr lang="en-US" dirty="0"/>
              <a:t> While Loop di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bahasa</a:t>
            </a:r>
            <a:r>
              <a:rPr lang="en-US" dirty="0"/>
              <a:t> </a:t>
            </a:r>
            <a:r>
              <a:rPr lang="en-US" dirty="0" err="1"/>
              <a:t>pemrograman</a:t>
            </a:r>
            <a:r>
              <a:rPr lang="en-US" dirty="0"/>
              <a:t> Python </a:t>
            </a:r>
            <a:r>
              <a:rPr lang="en-US" dirty="0" err="1"/>
              <a:t>dieksesusi</a:t>
            </a:r>
            <a:r>
              <a:rPr lang="en-US" dirty="0"/>
              <a:t> statement </a:t>
            </a:r>
            <a:r>
              <a:rPr lang="en-US" dirty="0" err="1"/>
              <a:t>berkali</a:t>
            </a:r>
            <a:r>
              <a:rPr lang="en-US" dirty="0"/>
              <a:t>-kali </a:t>
            </a:r>
            <a:r>
              <a:rPr lang="en-US" dirty="0" err="1"/>
              <a:t>selama</a:t>
            </a:r>
            <a:r>
              <a:rPr lang="en-US" dirty="0"/>
              <a:t> </a:t>
            </a:r>
            <a:r>
              <a:rPr lang="en-US" dirty="0" err="1"/>
              <a:t>kondisi</a:t>
            </a:r>
            <a:r>
              <a:rPr lang="en-US" dirty="0"/>
              <a:t> </a:t>
            </a:r>
            <a:r>
              <a:rPr lang="en-US" dirty="0" err="1"/>
              <a:t>bernilai</a:t>
            </a:r>
            <a:r>
              <a:rPr lang="en-US" dirty="0"/>
              <a:t> </a:t>
            </a:r>
            <a:r>
              <a:rPr lang="en-US" dirty="0" err="1"/>
              <a:t>benar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True.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3253068"/>
            <a:ext cx="1011555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923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Pengulangan</a:t>
            </a:r>
            <a:r>
              <a:rPr lang="en-US" dirty="0"/>
              <a:t> for </a:t>
            </a:r>
            <a:r>
              <a:rPr lang="en-US" dirty="0" err="1"/>
              <a:t>pada</a:t>
            </a:r>
            <a:r>
              <a:rPr lang="en-US" dirty="0"/>
              <a:t> Python </a:t>
            </a:r>
            <a:r>
              <a:rPr lang="en-US" dirty="0" err="1"/>
              <a:t>memiliki</a:t>
            </a:r>
            <a:r>
              <a:rPr lang="en-US" dirty="0"/>
              <a:t> </a:t>
            </a:r>
            <a:r>
              <a:rPr lang="en-US" dirty="0" err="1"/>
              <a:t>kemampuan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mengulangi</a:t>
            </a:r>
            <a:r>
              <a:rPr lang="en-US" dirty="0"/>
              <a:t> item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urutan</a:t>
            </a:r>
            <a:r>
              <a:rPr lang="en-US" dirty="0"/>
              <a:t> </a:t>
            </a:r>
            <a:r>
              <a:rPr lang="en-US" dirty="0" err="1"/>
              <a:t>apapun</a:t>
            </a:r>
            <a:r>
              <a:rPr lang="en-US" dirty="0"/>
              <a:t>, </a:t>
            </a:r>
            <a:r>
              <a:rPr lang="en-US" dirty="0" err="1"/>
              <a:t>seperti</a:t>
            </a:r>
            <a:r>
              <a:rPr lang="en-US" dirty="0"/>
              <a:t> list </a:t>
            </a:r>
            <a:r>
              <a:rPr lang="en-US" dirty="0" err="1"/>
              <a:t>atau</a:t>
            </a:r>
            <a:r>
              <a:rPr lang="en-US" dirty="0"/>
              <a:t> string</a:t>
            </a:r>
            <a:r>
              <a:rPr lang="en-US" dirty="0" smtClean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3181350"/>
            <a:ext cx="10077450" cy="293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9751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Nested loop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Bahasa</a:t>
            </a:r>
            <a:r>
              <a:rPr lang="en-US" dirty="0"/>
              <a:t> </a:t>
            </a:r>
            <a:r>
              <a:rPr lang="en-US" dirty="0" err="1"/>
              <a:t>pemrograman</a:t>
            </a:r>
            <a:r>
              <a:rPr lang="en-US" dirty="0"/>
              <a:t> Python </a:t>
            </a:r>
            <a:r>
              <a:rPr lang="en-US" dirty="0" err="1"/>
              <a:t>memungkinkan</a:t>
            </a:r>
            <a:r>
              <a:rPr lang="en-US" dirty="0"/>
              <a:t> </a:t>
            </a:r>
            <a:r>
              <a:rPr lang="en-US" dirty="0" err="1"/>
              <a:t>penggunaan</a:t>
            </a:r>
            <a:r>
              <a:rPr lang="en-US" dirty="0"/>
              <a:t> </a:t>
            </a:r>
            <a:r>
              <a:rPr lang="en-US" dirty="0" err="1"/>
              <a:t>satu</a:t>
            </a:r>
            <a:r>
              <a:rPr lang="en-US" dirty="0"/>
              <a:t> </a:t>
            </a:r>
            <a:r>
              <a:rPr lang="en-US" dirty="0" err="1"/>
              <a:t>lingkaran</a:t>
            </a:r>
            <a:r>
              <a:rPr lang="en-US" dirty="0"/>
              <a:t> di </a:t>
            </a:r>
            <a:r>
              <a:rPr lang="en-US" dirty="0" err="1"/>
              <a:t>dalam</a:t>
            </a:r>
            <a:r>
              <a:rPr lang="en-US" dirty="0"/>
              <a:t> loop lain. </a:t>
            </a:r>
            <a:r>
              <a:rPr lang="en-US" dirty="0" err="1"/>
              <a:t>Bagian</a:t>
            </a:r>
            <a:r>
              <a:rPr lang="en-US" dirty="0"/>
              <a:t> </a:t>
            </a:r>
            <a:r>
              <a:rPr lang="en-US" dirty="0" err="1"/>
              <a:t>berikut</a:t>
            </a:r>
            <a:r>
              <a:rPr lang="en-US" dirty="0"/>
              <a:t> </a:t>
            </a:r>
            <a:r>
              <a:rPr lang="en-US" dirty="0" err="1"/>
              <a:t>menunjukkan</a:t>
            </a:r>
            <a:r>
              <a:rPr lang="en-US" dirty="0"/>
              <a:t> </a:t>
            </a:r>
            <a:r>
              <a:rPr lang="en-US" dirty="0" err="1"/>
              <a:t>beberapa</a:t>
            </a:r>
            <a:r>
              <a:rPr lang="en-US" dirty="0"/>
              <a:t> </a:t>
            </a:r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menggambarkan</a:t>
            </a:r>
            <a:r>
              <a:rPr lang="en-US" dirty="0"/>
              <a:t> </a:t>
            </a:r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tersebut</a:t>
            </a:r>
            <a:r>
              <a:rPr lang="en-US" dirty="0"/>
              <a:t>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3408740"/>
            <a:ext cx="10096500" cy="3101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96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Fungsi</a:t>
            </a:r>
            <a:r>
              <a:rPr lang="en-US" dirty="0" smtClean="0"/>
              <a:t> python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Fungsi</a:t>
            </a:r>
            <a:r>
              <a:rPr lang="en-US" dirty="0"/>
              <a:t> </a:t>
            </a:r>
            <a:r>
              <a:rPr lang="en-US" dirty="0" err="1"/>
              <a:t>adalah</a:t>
            </a:r>
            <a:r>
              <a:rPr lang="en-US" dirty="0"/>
              <a:t> </a:t>
            </a:r>
            <a:r>
              <a:rPr lang="en-US" dirty="0" err="1"/>
              <a:t>blok</a:t>
            </a:r>
            <a:r>
              <a:rPr lang="en-US" dirty="0"/>
              <a:t> </a:t>
            </a:r>
            <a:r>
              <a:rPr lang="en-US" dirty="0" err="1"/>
              <a:t>kode</a:t>
            </a:r>
            <a:r>
              <a:rPr lang="en-US" dirty="0"/>
              <a:t> </a:t>
            </a:r>
            <a:r>
              <a:rPr lang="en-US" dirty="0" err="1"/>
              <a:t>terorganisir</a:t>
            </a:r>
            <a:r>
              <a:rPr lang="en-US" dirty="0"/>
              <a:t>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digunakan</a:t>
            </a:r>
            <a:r>
              <a:rPr lang="en-US" dirty="0"/>
              <a:t> </a:t>
            </a:r>
            <a:r>
              <a:rPr lang="en-US" dirty="0" err="1"/>
              <a:t>kembali</a:t>
            </a:r>
            <a:r>
              <a:rPr lang="en-US" dirty="0"/>
              <a:t> yang </a:t>
            </a:r>
            <a:r>
              <a:rPr lang="en-US" dirty="0" err="1"/>
              <a:t>digunakan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melakukan</a:t>
            </a:r>
            <a:r>
              <a:rPr lang="en-US" dirty="0"/>
              <a:t> </a:t>
            </a:r>
            <a:r>
              <a:rPr lang="en-US" dirty="0" err="1"/>
              <a:t>sebuah</a:t>
            </a:r>
            <a:r>
              <a:rPr lang="en-US" dirty="0"/>
              <a:t> </a:t>
            </a:r>
            <a:r>
              <a:rPr lang="en-US" dirty="0" err="1"/>
              <a:t>tindakan</a:t>
            </a:r>
            <a:r>
              <a:rPr lang="en-US" dirty="0"/>
              <a:t>/action. </a:t>
            </a:r>
            <a:r>
              <a:rPr lang="en-US" dirty="0" err="1"/>
              <a:t>Fungsi</a:t>
            </a:r>
            <a:r>
              <a:rPr lang="en-US" dirty="0"/>
              <a:t> </a:t>
            </a:r>
            <a:r>
              <a:rPr lang="en-US" dirty="0" err="1"/>
              <a:t>memberikan</a:t>
            </a:r>
            <a:r>
              <a:rPr lang="en-US" dirty="0"/>
              <a:t> </a:t>
            </a:r>
            <a:r>
              <a:rPr lang="en-US" dirty="0" err="1"/>
              <a:t>modularitas</a:t>
            </a:r>
            <a:r>
              <a:rPr lang="en-US" dirty="0"/>
              <a:t> yang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baik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tingkat</a:t>
            </a:r>
            <a:r>
              <a:rPr lang="en-US" dirty="0"/>
              <a:t> </a:t>
            </a:r>
            <a:r>
              <a:rPr lang="en-US" dirty="0" err="1"/>
              <a:t>penggunaan</a:t>
            </a:r>
            <a:r>
              <a:rPr lang="en-US" dirty="0"/>
              <a:t> </a:t>
            </a:r>
            <a:r>
              <a:rPr lang="en-US" dirty="0" err="1"/>
              <a:t>kode</a:t>
            </a:r>
            <a:r>
              <a:rPr lang="en-US" dirty="0"/>
              <a:t> yang </a:t>
            </a:r>
            <a:r>
              <a:rPr lang="en-US" dirty="0" err="1"/>
              <a:t>tinggi</a:t>
            </a:r>
            <a:r>
              <a:rPr lang="en-US" dirty="0"/>
              <a:t>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4067455"/>
            <a:ext cx="10106025" cy="160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7013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Mendefinisikan</a:t>
            </a:r>
            <a:r>
              <a:rPr lang="en-US" dirty="0" smtClean="0"/>
              <a:t> </a:t>
            </a:r>
            <a:r>
              <a:rPr lang="en-US" dirty="0" err="1" smtClean="0"/>
              <a:t>funsgi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menentukan</a:t>
            </a:r>
            <a:r>
              <a:rPr lang="en-US" dirty="0"/>
              <a:t> </a:t>
            </a:r>
            <a:r>
              <a:rPr lang="en-US" dirty="0" err="1"/>
              <a:t>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menyediakan</a:t>
            </a:r>
            <a:r>
              <a:rPr lang="en-US" dirty="0"/>
              <a:t> </a:t>
            </a:r>
            <a:r>
              <a:rPr lang="en-US" dirty="0" err="1"/>
              <a:t>fungsionalitas</a:t>
            </a:r>
            <a:r>
              <a:rPr lang="en-US" dirty="0"/>
              <a:t> yang </a:t>
            </a:r>
            <a:r>
              <a:rPr lang="en-US" dirty="0" err="1"/>
              <a:t>dibutuhkan</a:t>
            </a:r>
            <a:r>
              <a:rPr lang="en-US" dirty="0"/>
              <a:t>. </a:t>
            </a:r>
            <a:r>
              <a:rPr lang="en-US" dirty="0" err="1"/>
              <a:t>Berikut</a:t>
            </a:r>
            <a:r>
              <a:rPr lang="en-US" dirty="0"/>
              <a:t> </a:t>
            </a:r>
            <a:r>
              <a:rPr lang="en-US" dirty="0" err="1"/>
              <a:t>adalah</a:t>
            </a:r>
            <a:r>
              <a:rPr lang="en-US" dirty="0"/>
              <a:t> </a:t>
            </a:r>
            <a:r>
              <a:rPr lang="en-US" dirty="0" err="1"/>
              <a:t>aturan</a:t>
            </a:r>
            <a:r>
              <a:rPr lang="en-US" dirty="0"/>
              <a:t> </a:t>
            </a:r>
            <a:r>
              <a:rPr lang="en-US" dirty="0" err="1"/>
              <a:t>sederhana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mendefinisikan</a:t>
            </a:r>
            <a:r>
              <a:rPr lang="en-US" dirty="0"/>
              <a:t> </a:t>
            </a:r>
            <a:r>
              <a:rPr lang="en-US" dirty="0" err="1"/>
              <a:t>fungsi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Python.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Fungsi</a:t>
            </a:r>
            <a:r>
              <a:rPr lang="en-US" dirty="0"/>
              <a:t> </a:t>
            </a:r>
            <a:r>
              <a:rPr lang="en-US" dirty="0" err="1"/>
              <a:t>blok</a:t>
            </a:r>
            <a:r>
              <a:rPr lang="en-US" dirty="0"/>
              <a:t> </a:t>
            </a:r>
            <a:r>
              <a:rPr lang="en-US" dirty="0" err="1"/>
              <a:t>dimulai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def</a:t>
            </a:r>
            <a:r>
              <a:rPr lang="en-US" dirty="0"/>
              <a:t> kata </a:t>
            </a:r>
            <a:r>
              <a:rPr lang="en-US" dirty="0" err="1"/>
              <a:t>kunci</a:t>
            </a:r>
            <a:r>
              <a:rPr lang="en-US" dirty="0"/>
              <a:t> </a:t>
            </a:r>
            <a:r>
              <a:rPr lang="en-US" dirty="0" err="1"/>
              <a:t>diikuti</a:t>
            </a:r>
            <a:r>
              <a:rPr lang="en-US" dirty="0"/>
              <a:t> </a:t>
            </a:r>
            <a:r>
              <a:rPr lang="en-US" dirty="0" err="1"/>
              <a:t>oleh</a:t>
            </a:r>
            <a:r>
              <a:rPr lang="en-US" dirty="0"/>
              <a:t> </a:t>
            </a:r>
            <a:r>
              <a:rPr lang="en-US" dirty="0" err="1"/>
              <a:t>nama</a:t>
            </a:r>
            <a:r>
              <a:rPr lang="en-US" dirty="0"/>
              <a:t> </a:t>
            </a:r>
            <a:r>
              <a:rPr lang="en-US" dirty="0" err="1"/>
              <a:t>fungsi</a:t>
            </a:r>
            <a:r>
              <a:rPr lang="en-US" dirty="0"/>
              <a:t>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tanda</a:t>
            </a:r>
            <a:r>
              <a:rPr lang="en-US" dirty="0"/>
              <a:t> </a:t>
            </a:r>
            <a:r>
              <a:rPr lang="en-US" dirty="0" err="1"/>
              <a:t>kurung</a:t>
            </a:r>
            <a:r>
              <a:rPr lang="en-US" dirty="0"/>
              <a:t> </a:t>
            </a:r>
            <a:r>
              <a:rPr lang="en-US" dirty="0" smtClean="0"/>
              <a:t>(()).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 smtClean="0"/>
              <a:t>Setiap</a:t>
            </a:r>
            <a:r>
              <a:rPr lang="en-US" dirty="0" smtClean="0"/>
              <a:t> </a:t>
            </a:r>
            <a:r>
              <a:rPr lang="en-US" dirty="0"/>
              <a:t>parameter </a:t>
            </a:r>
            <a:r>
              <a:rPr lang="en-US" dirty="0" err="1"/>
              <a:t>masukan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argumen</a:t>
            </a:r>
            <a:r>
              <a:rPr lang="en-US" dirty="0"/>
              <a:t> </a:t>
            </a:r>
            <a:r>
              <a:rPr lang="en-US" dirty="0" err="1"/>
              <a:t>harus</a:t>
            </a:r>
            <a:r>
              <a:rPr lang="en-US" dirty="0"/>
              <a:t> </a:t>
            </a:r>
            <a:r>
              <a:rPr lang="en-US" dirty="0" err="1"/>
              <a:t>ditempatkan</a:t>
            </a:r>
            <a:r>
              <a:rPr lang="en-US" dirty="0"/>
              <a:t> di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tanda</a:t>
            </a:r>
            <a:r>
              <a:rPr lang="en-US" dirty="0"/>
              <a:t> </a:t>
            </a:r>
            <a:r>
              <a:rPr lang="en-US" dirty="0" err="1"/>
              <a:t>kurung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.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juga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menentukan</a:t>
            </a:r>
            <a:r>
              <a:rPr lang="en-US" dirty="0"/>
              <a:t> parameter di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tanda</a:t>
            </a:r>
            <a:r>
              <a:rPr lang="en-US" dirty="0"/>
              <a:t> </a:t>
            </a:r>
            <a:r>
              <a:rPr lang="en-US" dirty="0" err="1"/>
              <a:t>kurung</a:t>
            </a:r>
            <a:r>
              <a:rPr lang="en-US" dirty="0"/>
              <a:t> </a:t>
            </a:r>
            <a:r>
              <a:rPr lang="en-US" dirty="0" err="1" smtClean="0"/>
              <a:t>ini</a:t>
            </a:r>
            <a:r>
              <a:rPr lang="en-US" dirty="0" smtClean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 smtClean="0"/>
              <a:t>Pernyataan</a:t>
            </a:r>
            <a:r>
              <a:rPr lang="en-US" dirty="0" smtClean="0"/>
              <a:t> </a:t>
            </a:r>
            <a:r>
              <a:rPr lang="en-US" dirty="0" err="1"/>
              <a:t>pertama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sebuah</a:t>
            </a:r>
            <a:r>
              <a:rPr lang="en-US" dirty="0"/>
              <a:t> </a:t>
            </a:r>
            <a:r>
              <a:rPr lang="en-US" dirty="0" err="1"/>
              <a:t>fungsi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berupa</a:t>
            </a:r>
            <a:r>
              <a:rPr lang="en-US" dirty="0"/>
              <a:t> </a:t>
            </a:r>
            <a:r>
              <a:rPr lang="en-US" dirty="0" err="1"/>
              <a:t>pernyataan</a:t>
            </a:r>
            <a:r>
              <a:rPr lang="en-US" dirty="0"/>
              <a:t> </a:t>
            </a:r>
            <a:r>
              <a:rPr lang="en-US" dirty="0" err="1"/>
              <a:t>opsional</a:t>
            </a:r>
            <a:r>
              <a:rPr lang="en-US" dirty="0"/>
              <a:t> - string </a:t>
            </a:r>
            <a:r>
              <a:rPr lang="en-US" dirty="0" err="1"/>
              <a:t>dokumentasi</a:t>
            </a:r>
            <a:r>
              <a:rPr lang="en-US" dirty="0"/>
              <a:t> </a:t>
            </a:r>
            <a:r>
              <a:rPr lang="en-US" dirty="0" err="1"/>
              <a:t>fungsi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 smtClean="0"/>
              <a:t>docstring</a:t>
            </a:r>
            <a:r>
              <a:rPr lang="en-US" dirty="0" smtClean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smtClean="0"/>
              <a:t>Blok </a:t>
            </a:r>
            <a:r>
              <a:rPr lang="en-US" dirty="0" err="1"/>
              <a:t>kode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setiap</a:t>
            </a:r>
            <a:r>
              <a:rPr lang="en-US" dirty="0"/>
              <a:t> </a:t>
            </a:r>
            <a:r>
              <a:rPr lang="en-US" dirty="0" err="1"/>
              <a:t>fungsi</a:t>
            </a:r>
            <a:r>
              <a:rPr lang="en-US" dirty="0"/>
              <a:t> </a:t>
            </a:r>
            <a:r>
              <a:rPr lang="en-US" dirty="0" err="1"/>
              <a:t>dimulai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titik</a:t>
            </a:r>
            <a:r>
              <a:rPr lang="en-US" dirty="0"/>
              <a:t> </a:t>
            </a:r>
            <a:r>
              <a:rPr lang="en-US" dirty="0" err="1"/>
              <a:t>dua</a:t>
            </a:r>
            <a:r>
              <a:rPr lang="en-US" dirty="0"/>
              <a:t> (:)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 smtClean="0"/>
              <a:t>indentasi</a:t>
            </a:r>
            <a:r>
              <a:rPr lang="en-US" dirty="0" smtClean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 smtClean="0"/>
              <a:t>Pernyataan</a:t>
            </a:r>
            <a:r>
              <a:rPr lang="en-US" dirty="0" smtClean="0"/>
              <a:t> </a:t>
            </a:r>
            <a:r>
              <a:rPr lang="en-US" dirty="0" err="1"/>
              <a:t>kembali</a:t>
            </a:r>
            <a:r>
              <a:rPr lang="en-US" dirty="0"/>
              <a:t> [</a:t>
            </a:r>
            <a:r>
              <a:rPr lang="en-US" dirty="0" err="1"/>
              <a:t>ekspresi</a:t>
            </a:r>
            <a:r>
              <a:rPr lang="en-US" dirty="0"/>
              <a:t>] </a:t>
            </a:r>
            <a:r>
              <a:rPr lang="en-US" dirty="0" err="1"/>
              <a:t>keluar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sebuah</a:t>
            </a:r>
            <a:r>
              <a:rPr lang="en-US" dirty="0"/>
              <a:t> </a:t>
            </a:r>
            <a:r>
              <a:rPr lang="en-US" dirty="0" err="1"/>
              <a:t>fungsi</a:t>
            </a:r>
            <a:r>
              <a:rPr lang="en-US" dirty="0"/>
              <a:t>, </a:t>
            </a:r>
            <a:r>
              <a:rPr lang="en-US" dirty="0" err="1"/>
              <a:t>secara</a:t>
            </a:r>
            <a:r>
              <a:rPr lang="en-US" dirty="0"/>
              <a:t> </a:t>
            </a:r>
            <a:r>
              <a:rPr lang="en-US" dirty="0" err="1"/>
              <a:t>opsional</a:t>
            </a:r>
            <a:r>
              <a:rPr lang="en-US" dirty="0"/>
              <a:t> </a:t>
            </a:r>
            <a:r>
              <a:rPr lang="en-US" dirty="0" err="1"/>
              <a:t>menyampaikan</a:t>
            </a:r>
            <a:r>
              <a:rPr lang="en-US" dirty="0"/>
              <a:t> </a:t>
            </a:r>
            <a:r>
              <a:rPr lang="en-US" dirty="0" err="1"/>
              <a:t>kembali</a:t>
            </a:r>
            <a:r>
              <a:rPr lang="en-US" dirty="0"/>
              <a:t> </a:t>
            </a:r>
            <a:r>
              <a:rPr lang="en-US" dirty="0" err="1"/>
              <a:t>ekspresi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pemanggil</a:t>
            </a:r>
            <a:r>
              <a:rPr lang="en-US" dirty="0"/>
              <a:t>. </a:t>
            </a:r>
            <a:r>
              <a:rPr lang="en-US" dirty="0" err="1"/>
              <a:t>Pernyataan</a:t>
            </a:r>
            <a:r>
              <a:rPr lang="en-US" dirty="0"/>
              <a:t> </a:t>
            </a:r>
            <a:r>
              <a:rPr lang="en-US" dirty="0" err="1"/>
              <a:t>pengembalian</a:t>
            </a:r>
            <a:r>
              <a:rPr lang="en-US" dirty="0"/>
              <a:t> </a:t>
            </a:r>
            <a:r>
              <a:rPr lang="en-US" dirty="0" err="1"/>
              <a:t>tanpa</a:t>
            </a:r>
            <a:r>
              <a:rPr lang="en-US" dirty="0"/>
              <a:t> </a:t>
            </a:r>
            <a:r>
              <a:rPr lang="en-US" dirty="0" err="1"/>
              <a:t>argumen</a:t>
            </a:r>
            <a:r>
              <a:rPr lang="en-US" dirty="0"/>
              <a:t> </a:t>
            </a:r>
            <a:r>
              <a:rPr lang="en-US" dirty="0" err="1"/>
              <a:t>sama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return None.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27580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Python </a:t>
            </a:r>
            <a:r>
              <a:rPr lang="en-US" dirty="0" err="1"/>
              <a:t>peka</a:t>
            </a:r>
            <a:r>
              <a:rPr lang="en-US" dirty="0"/>
              <a:t> </a:t>
            </a:r>
            <a:r>
              <a:rPr lang="en-US" dirty="0" err="1"/>
              <a:t>huruf</a:t>
            </a:r>
            <a:r>
              <a:rPr lang="en-US" dirty="0"/>
              <a:t> </a:t>
            </a:r>
            <a:r>
              <a:rPr lang="en-US" dirty="0" err="1"/>
              <a:t>besar-kecil</a:t>
            </a:r>
            <a:r>
              <a:rPr lang="en-US" dirty="0"/>
              <a:t> . </a:t>
            </a:r>
            <a:r>
              <a:rPr lang="en-US" dirty="0" err="1"/>
              <a:t>Karenanya</a:t>
            </a:r>
            <a:r>
              <a:rPr lang="en-US" dirty="0"/>
              <a:t> </a:t>
            </a:r>
            <a:r>
              <a:rPr lang="en-US" dirty="0" err="1"/>
              <a:t>variabel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nama</a:t>
            </a:r>
            <a:r>
              <a:rPr lang="en-US" dirty="0"/>
              <a:t> </a:t>
            </a:r>
            <a:r>
              <a:rPr lang="en-US" dirty="0" err="1"/>
              <a:t>yoyostudytonight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sama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 smtClean="0"/>
              <a:t>yoYoStudytonight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Dalam</a:t>
            </a:r>
            <a:r>
              <a:rPr lang="en-US" dirty="0"/>
              <a:t> python,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terminator </a:t>
            </a:r>
            <a:r>
              <a:rPr lang="en-US" dirty="0" err="1"/>
              <a:t>perintah</a:t>
            </a:r>
            <a:r>
              <a:rPr lang="en-US" dirty="0"/>
              <a:t> , yang </a:t>
            </a:r>
            <a:r>
              <a:rPr lang="en-US" dirty="0" err="1"/>
              <a:t>berarti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</a:t>
            </a:r>
            <a:r>
              <a:rPr lang="en-US" dirty="0" err="1"/>
              <a:t>titik</a:t>
            </a:r>
            <a:r>
              <a:rPr lang="en-US" dirty="0"/>
              <a:t> </a:t>
            </a:r>
            <a:r>
              <a:rPr lang="en-US" dirty="0" err="1"/>
              <a:t>koma</a:t>
            </a:r>
            <a:r>
              <a:rPr lang="en-US" dirty="0"/>
              <a:t> ;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apapun</a:t>
            </a:r>
            <a:r>
              <a:rPr lang="en-US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satu</a:t>
            </a:r>
            <a:r>
              <a:rPr lang="en-US" dirty="0"/>
              <a:t> </a:t>
            </a:r>
            <a:r>
              <a:rPr lang="en-US" dirty="0" err="1"/>
              <a:t>baris</a:t>
            </a:r>
            <a:r>
              <a:rPr lang="en-US" dirty="0"/>
              <a:t> </a:t>
            </a:r>
            <a:r>
              <a:rPr lang="en-US" dirty="0" err="1"/>
              <a:t>hanya</a:t>
            </a:r>
            <a:r>
              <a:rPr lang="en-US" dirty="0"/>
              <a:t> </a:t>
            </a:r>
            <a:r>
              <a:rPr lang="en-US" dirty="0" err="1"/>
              <a:t>satu</a:t>
            </a:r>
            <a:r>
              <a:rPr lang="en-US" dirty="0"/>
              <a:t> </a:t>
            </a:r>
            <a:r>
              <a:rPr lang="en-US" dirty="0" err="1"/>
              <a:t>pernyataan</a:t>
            </a:r>
            <a:r>
              <a:rPr lang="en-US" dirty="0"/>
              <a:t> yang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dieksekusi</a:t>
            </a:r>
            <a:r>
              <a:rPr lang="en-US" dirty="0"/>
              <a:t> yang </a:t>
            </a:r>
            <a:r>
              <a:rPr lang="en-US" dirty="0" err="1"/>
              <a:t>harus</a:t>
            </a:r>
            <a:r>
              <a:rPr lang="en-US" dirty="0"/>
              <a:t> </a:t>
            </a:r>
            <a:r>
              <a:rPr lang="en-US" dirty="0" err="1"/>
              <a:t>ditulis</a:t>
            </a:r>
            <a:r>
              <a:rPr lang="en-US" dirty="0"/>
              <a:t>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perubahan</a:t>
            </a:r>
            <a:r>
              <a:rPr lang="en-US" dirty="0"/>
              <a:t> </a:t>
            </a:r>
            <a:r>
              <a:rPr lang="en-US" dirty="0" err="1"/>
              <a:t>baris</a:t>
            </a:r>
            <a:r>
              <a:rPr lang="en-US" dirty="0"/>
              <a:t> </a:t>
            </a:r>
            <a:r>
              <a:rPr lang="en-US" dirty="0" err="1"/>
              <a:t>bertindak</a:t>
            </a:r>
            <a:r>
              <a:rPr lang="en-US" dirty="0"/>
              <a:t> </a:t>
            </a:r>
            <a:r>
              <a:rPr lang="en-US" dirty="0" err="1"/>
              <a:t>sebagai</a:t>
            </a:r>
            <a:r>
              <a:rPr lang="en-US" dirty="0"/>
              <a:t> terminator </a:t>
            </a:r>
            <a:r>
              <a:rPr lang="en-US" dirty="0" err="1"/>
              <a:t>perintah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smtClean="0"/>
              <a:t>python. </a:t>
            </a:r>
            <a:r>
              <a:rPr lang="en-US" dirty="0" err="1" smtClean="0"/>
              <a:t>Untuk</a:t>
            </a:r>
            <a:r>
              <a:rPr lang="en-US" dirty="0" smtClean="0"/>
              <a:t> </a:t>
            </a:r>
            <a:r>
              <a:rPr lang="en-US" dirty="0" err="1"/>
              <a:t>menulis</a:t>
            </a:r>
            <a:r>
              <a:rPr lang="en-US" dirty="0"/>
              <a:t> </a:t>
            </a:r>
            <a:r>
              <a:rPr lang="en-US" dirty="0" err="1"/>
              <a:t>dua</a:t>
            </a:r>
            <a:r>
              <a:rPr lang="en-US" dirty="0"/>
              <a:t> </a:t>
            </a:r>
            <a:r>
              <a:rPr lang="en-US" dirty="0" err="1"/>
              <a:t>pernyataan</a:t>
            </a:r>
            <a:r>
              <a:rPr lang="en-US" dirty="0"/>
              <a:t> yang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dieksekusi</a:t>
            </a:r>
            <a:r>
              <a:rPr lang="en-US" dirty="0"/>
              <a:t> </a:t>
            </a:r>
            <a:r>
              <a:rPr lang="en-US" dirty="0" err="1"/>
              <a:t>terpisah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satu</a:t>
            </a:r>
            <a:r>
              <a:rPr lang="en-US" dirty="0"/>
              <a:t> </a:t>
            </a:r>
            <a:r>
              <a:rPr lang="en-US" dirty="0" err="1"/>
              <a:t>baris</a:t>
            </a:r>
            <a:r>
              <a:rPr lang="en-US" dirty="0"/>
              <a:t> ,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harus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titik</a:t>
            </a:r>
            <a:r>
              <a:rPr lang="en-US" dirty="0"/>
              <a:t> </a:t>
            </a:r>
            <a:r>
              <a:rPr lang="en-US" dirty="0" err="1"/>
              <a:t>koma</a:t>
            </a:r>
            <a:r>
              <a:rPr lang="en-US" dirty="0"/>
              <a:t> ;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memisahkan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.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074" y="5298981"/>
            <a:ext cx="9382125" cy="58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4205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smtClean="0"/>
              <a:t>5</a:t>
            </a:r>
            <a:r>
              <a:rPr lang="en-US" dirty="0"/>
              <a:t>. </a:t>
            </a:r>
            <a:r>
              <a:rPr lang="en-US" dirty="0" err="1"/>
              <a:t>Dengan</a:t>
            </a:r>
            <a:r>
              <a:rPr lang="en-US" dirty="0"/>
              <a:t> python,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tanda</a:t>
            </a:r>
            <a:r>
              <a:rPr lang="en-US" dirty="0"/>
              <a:t> </a:t>
            </a:r>
            <a:r>
              <a:rPr lang="en-US" dirty="0" err="1"/>
              <a:t>kutip</a:t>
            </a:r>
            <a:r>
              <a:rPr lang="en-US" dirty="0"/>
              <a:t> </a:t>
            </a:r>
            <a:r>
              <a:rPr lang="en-US" dirty="0" err="1"/>
              <a:t>tunggal</a:t>
            </a:r>
            <a:r>
              <a:rPr lang="en-US" dirty="0"/>
              <a:t> '' , </a:t>
            </a:r>
            <a:r>
              <a:rPr lang="en-US" dirty="0" err="1"/>
              <a:t>tanda</a:t>
            </a:r>
            <a:r>
              <a:rPr lang="en-US" dirty="0"/>
              <a:t> </a:t>
            </a:r>
            <a:r>
              <a:rPr lang="en-US" dirty="0" err="1"/>
              <a:t>kutip</a:t>
            </a:r>
            <a:r>
              <a:rPr lang="en-US" dirty="0"/>
              <a:t> </a:t>
            </a:r>
            <a:r>
              <a:rPr lang="en-US" dirty="0" err="1"/>
              <a:t>ganda</a:t>
            </a:r>
            <a:r>
              <a:rPr lang="en-US" dirty="0"/>
              <a:t> ""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bahkan</a:t>
            </a:r>
            <a:r>
              <a:rPr lang="en-US" dirty="0"/>
              <a:t> </a:t>
            </a:r>
            <a:r>
              <a:rPr lang="en-US" dirty="0" err="1"/>
              <a:t>tanda</a:t>
            </a:r>
            <a:r>
              <a:rPr lang="en-US" dirty="0"/>
              <a:t> </a:t>
            </a:r>
            <a:r>
              <a:rPr lang="en-US" dirty="0" err="1"/>
              <a:t>kutip</a:t>
            </a:r>
            <a:r>
              <a:rPr lang="en-US" dirty="0"/>
              <a:t> </a:t>
            </a:r>
            <a:r>
              <a:rPr lang="en-US" dirty="0" err="1"/>
              <a:t>tiga</a:t>
            </a:r>
            <a:r>
              <a:rPr lang="en-US" dirty="0"/>
              <a:t> ''' """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mewakili</a:t>
            </a:r>
            <a:r>
              <a:rPr lang="en-US" dirty="0"/>
              <a:t> string literal</a:t>
            </a:r>
            <a:r>
              <a:rPr lang="en-US" dirty="0" smtClean="0"/>
              <a:t>.</a:t>
            </a:r>
          </a:p>
          <a:p>
            <a:pPr marL="0" indent="0">
              <a:buNone/>
            </a:pPr>
            <a:r>
              <a:rPr lang="en-US" dirty="0"/>
              <a:t>6. </a:t>
            </a:r>
            <a:r>
              <a:rPr lang="en-US" dirty="0" err="1" smtClean="0"/>
              <a:t>Dengan</a:t>
            </a:r>
            <a:r>
              <a:rPr lang="en-US" dirty="0" smtClean="0"/>
              <a:t> </a:t>
            </a:r>
            <a:r>
              <a:rPr lang="en-US" dirty="0"/>
              <a:t>python,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menulis</a:t>
            </a:r>
            <a:r>
              <a:rPr lang="en-US" dirty="0"/>
              <a:t> </a:t>
            </a:r>
            <a:r>
              <a:rPr lang="en-US" dirty="0" err="1"/>
              <a:t>komentar</a:t>
            </a:r>
            <a:r>
              <a:rPr lang="en-US" dirty="0"/>
              <a:t> di program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# di </a:t>
            </a:r>
            <a:r>
              <a:rPr lang="en-US" dirty="0" err="1"/>
              <a:t>awal</a:t>
            </a:r>
            <a:r>
              <a:rPr lang="en-US" dirty="0"/>
              <a:t>. </a:t>
            </a:r>
            <a:r>
              <a:rPr lang="en-US" dirty="0" err="1"/>
              <a:t>Komentar</a:t>
            </a:r>
            <a:r>
              <a:rPr lang="en-US" dirty="0"/>
              <a:t> </a:t>
            </a:r>
            <a:r>
              <a:rPr lang="en-US" dirty="0" err="1"/>
              <a:t>diabaikan</a:t>
            </a:r>
            <a:r>
              <a:rPr lang="en-US" dirty="0"/>
              <a:t> </a:t>
            </a:r>
            <a:r>
              <a:rPr lang="en-US" dirty="0" err="1"/>
              <a:t>sementara</a:t>
            </a:r>
            <a:r>
              <a:rPr lang="en-US" dirty="0"/>
              <a:t> </a:t>
            </a:r>
            <a:r>
              <a:rPr lang="en-US" dirty="0" err="1"/>
              <a:t>skrip</a:t>
            </a:r>
            <a:r>
              <a:rPr lang="en-US" dirty="0"/>
              <a:t> python </a:t>
            </a:r>
            <a:r>
              <a:rPr lang="en-US" dirty="0" err="1"/>
              <a:t>dieksekusi</a:t>
            </a:r>
            <a:r>
              <a:rPr lang="en-US" dirty="0" smtClean="0"/>
              <a:t>.</a:t>
            </a:r>
          </a:p>
          <a:p>
            <a:pPr marL="0" indent="0">
              <a:buNone/>
            </a:pPr>
            <a:r>
              <a:rPr lang="en-US" dirty="0"/>
              <a:t>7. Line Continuation :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menulis</a:t>
            </a:r>
            <a:r>
              <a:rPr lang="en-US" dirty="0"/>
              <a:t> </a:t>
            </a:r>
            <a:r>
              <a:rPr lang="en-US" dirty="0" err="1"/>
              <a:t>kode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multiline </a:t>
            </a:r>
            <a:r>
              <a:rPr lang="en-US" dirty="0" err="1"/>
              <a:t>tanpa</a:t>
            </a:r>
            <a:r>
              <a:rPr lang="en-US" dirty="0"/>
              <a:t> </a:t>
            </a:r>
            <a:r>
              <a:rPr lang="en-US" dirty="0" err="1"/>
              <a:t>membingungkan</a:t>
            </a:r>
            <a:r>
              <a:rPr lang="en-US" dirty="0"/>
              <a:t> </a:t>
            </a:r>
            <a:r>
              <a:rPr lang="en-US" dirty="0" err="1"/>
              <a:t>juru</a:t>
            </a:r>
            <a:r>
              <a:rPr lang="en-US" dirty="0"/>
              <a:t> </a:t>
            </a:r>
            <a:r>
              <a:rPr lang="en-US" dirty="0" err="1"/>
              <a:t>bahasa</a:t>
            </a:r>
            <a:r>
              <a:rPr lang="en-US" dirty="0"/>
              <a:t> python, </a:t>
            </a:r>
            <a:r>
              <a:rPr lang="en-US" dirty="0" err="1"/>
              <a:t>adalah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backslash \ </a:t>
            </a:r>
            <a:r>
              <a:rPr lang="en-US" dirty="0" err="1"/>
              <a:t>pada</a:t>
            </a:r>
            <a:r>
              <a:rPr lang="en-US" dirty="0"/>
              <a:t> </a:t>
            </a:r>
            <a:r>
              <a:rPr lang="en-US" dirty="0" err="1"/>
              <a:t>akhir</a:t>
            </a:r>
            <a:r>
              <a:rPr lang="en-US" dirty="0"/>
              <a:t> </a:t>
            </a:r>
            <a:r>
              <a:rPr lang="en-US" dirty="0" err="1"/>
              <a:t>setiap</a:t>
            </a:r>
            <a:r>
              <a:rPr lang="en-US" dirty="0"/>
              <a:t> </a:t>
            </a:r>
            <a:r>
              <a:rPr lang="en-US" dirty="0" err="1"/>
              <a:t>baris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secara</a:t>
            </a:r>
            <a:r>
              <a:rPr lang="en-US" dirty="0"/>
              <a:t> </a:t>
            </a:r>
            <a:r>
              <a:rPr lang="en-US" dirty="0" err="1"/>
              <a:t>eksplisit</a:t>
            </a:r>
            <a:r>
              <a:rPr lang="en-US" dirty="0"/>
              <a:t> </a:t>
            </a:r>
            <a:r>
              <a:rPr lang="en-US" dirty="0" err="1"/>
              <a:t>menunjukkan</a:t>
            </a:r>
            <a:r>
              <a:rPr lang="en-US" dirty="0"/>
              <a:t> </a:t>
            </a:r>
            <a:r>
              <a:rPr lang="en-US" dirty="0" err="1"/>
              <a:t>kelanjutan</a:t>
            </a:r>
            <a:r>
              <a:rPr lang="en-US" dirty="0"/>
              <a:t> </a:t>
            </a:r>
            <a:r>
              <a:rPr lang="en-US" dirty="0" err="1"/>
              <a:t>baris</a:t>
            </a:r>
            <a:r>
              <a:rPr lang="en-US" dirty="0"/>
              <a:t>. </a:t>
            </a:r>
            <a:r>
              <a:rPr lang="en-US" dirty="0" err="1"/>
              <a:t>Sebagai</a:t>
            </a:r>
            <a:r>
              <a:rPr lang="en-US" dirty="0"/>
              <a:t> </a:t>
            </a:r>
            <a:r>
              <a:rPr lang="en-US" dirty="0" err="1"/>
              <a:t>contoh</a:t>
            </a:r>
            <a:r>
              <a:rPr lang="en-US" dirty="0"/>
              <a:t>,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5191405"/>
            <a:ext cx="9363075" cy="58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159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8. </a:t>
            </a:r>
            <a:r>
              <a:rPr lang="en-US" dirty="0" err="1"/>
              <a:t>Baris</a:t>
            </a:r>
            <a:r>
              <a:rPr lang="en-US" dirty="0"/>
              <a:t> </a:t>
            </a:r>
            <a:r>
              <a:rPr lang="en-US" dirty="0" err="1"/>
              <a:t>kosong</a:t>
            </a:r>
            <a:r>
              <a:rPr lang="en-US" dirty="0"/>
              <a:t> di </a:t>
            </a:r>
            <a:r>
              <a:rPr lang="en-US" dirty="0" err="1"/>
              <a:t>antara</a:t>
            </a:r>
            <a:r>
              <a:rPr lang="en-US" dirty="0"/>
              <a:t> program </a:t>
            </a:r>
            <a:r>
              <a:rPr lang="en-US" dirty="0" err="1"/>
              <a:t>diabaikan</a:t>
            </a:r>
            <a:r>
              <a:rPr lang="en-US" dirty="0"/>
              <a:t> </a:t>
            </a:r>
            <a:r>
              <a:rPr lang="en-US" dirty="0" err="1"/>
              <a:t>oleh</a:t>
            </a:r>
            <a:r>
              <a:rPr lang="en-US" dirty="0"/>
              <a:t> </a:t>
            </a:r>
            <a:r>
              <a:rPr lang="en-US" dirty="0" smtClean="0"/>
              <a:t>python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 smtClean="0"/>
              <a:t>9</a:t>
            </a:r>
            <a:r>
              <a:rPr lang="en-US" dirty="0"/>
              <a:t>. </a:t>
            </a:r>
            <a:r>
              <a:rPr lang="en-US" dirty="0" err="1"/>
              <a:t>Indentasi</a:t>
            </a:r>
            <a:r>
              <a:rPr lang="en-US" dirty="0"/>
              <a:t> </a:t>
            </a:r>
            <a:r>
              <a:rPr lang="en-US" dirty="0" err="1"/>
              <a:t>Kode</a:t>
            </a:r>
            <a:r>
              <a:rPr lang="en-US" dirty="0"/>
              <a:t> :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adalah</a:t>
            </a:r>
            <a:r>
              <a:rPr lang="en-US" dirty="0"/>
              <a:t> </a:t>
            </a:r>
            <a:r>
              <a:rPr lang="en-US" dirty="0" err="1"/>
              <a:t>aturan</a:t>
            </a:r>
            <a:r>
              <a:rPr lang="en-US" dirty="0"/>
              <a:t> paling </a:t>
            </a:r>
            <a:r>
              <a:rPr lang="en-US" dirty="0" err="1"/>
              <a:t>penting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pemrograman</a:t>
            </a:r>
            <a:r>
              <a:rPr lang="en-US" dirty="0"/>
              <a:t> python.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bahasa</a:t>
            </a:r>
            <a:r>
              <a:rPr lang="en-US" dirty="0"/>
              <a:t> </a:t>
            </a:r>
            <a:r>
              <a:rPr lang="en-US" dirty="0" err="1"/>
              <a:t>pemrograman</a:t>
            </a:r>
            <a:r>
              <a:rPr lang="en-US" dirty="0"/>
              <a:t> </a:t>
            </a:r>
            <a:r>
              <a:rPr lang="en-US" dirty="0" err="1"/>
              <a:t>seperti</a:t>
            </a:r>
            <a:r>
              <a:rPr lang="en-US" dirty="0"/>
              <a:t> Java, C </a:t>
            </a:r>
            <a:r>
              <a:rPr lang="en-US" dirty="0" err="1"/>
              <a:t>atau</a:t>
            </a:r>
            <a:r>
              <a:rPr lang="en-US" dirty="0"/>
              <a:t> C ++, </a:t>
            </a:r>
            <a:r>
              <a:rPr lang="en-US" dirty="0" err="1"/>
              <a:t>umumnya</a:t>
            </a:r>
            <a:r>
              <a:rPr lang="en-US" dirty="0"/>
              <a:t> </a:t>
            </a:r>
            <a:r>
              <a:rPr lang="en-US" dirty="0" err="1"/>
              <a:t>kurung</a:t>
            </a:r>
            <a:r>
              <a:rPr lang="en-US" dirty="0"/>
              <a:t> </a:t>
            </a:r>
            <a:r>
              <a:rPr lang="en-US" dirty="0" err="1"/>
              <a:t>keriting</a:t>
            </a:r>
            <a:r>
              <a:rPr lang="en-US" dirty="0"/>
              <a:t> { } </a:t>
            </a:r>
            <a:r>
              <a:rPr lang="en-US" dirty="0" err="1"/>
              <a:t>digunakan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mendefinisikan</a:t>
            </a:r>
            <a:r>
              <a:rPr lang="en-US" dirty="0"/>
              <a:t> </a:t>
            </a:r>
            <a:r>
              <a:rPr lang="en-US" dirty="0" err="1"/>
              <a:t>blok</a:t>
            </a:r>
            <a:r>
              <a:rPr lang="en-US" dirty="0"/>
              <a:t> </a:t>
            </a:r>
            <a:r>
              <a:rPr lang="en-US" dirty="0" err="1"/>
              <a:t>kode</a:t>
            </a:r>
            <a:r>
              <a:rPr lang="en-US" dirty="0"/>
              <a:t>, </a:t>
            </a:r>
            <a:r>
              <a:rPr lang="en-US" dirty="0" err="1"/>
              <a:t>tetapi</a:t>
            </a:r>
            <a:r>
              <a:rPr lang="en-US" dirty="0"/>
              <a:t> python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kurung</a:t>
            </a:r>
            <a:r>
              <a:rPr lang="en-US" dirty="0"/>
              <a:t>, </a:t>
            </a:r>
            <a:r>
              <a:rPr lang="en-US" dirty="0" err="1"/>
              <a:t>lalu</a:t>
            </a:r>
            <a:r>
              <a:rPr lang="en-US" dirty="0"/>
              <a:t> </a:t>
            </a:r>
            <a:r>
              <a:rPr lang="en-US" dirty="0" err="1"/>
              <a:t>bagaimana</a:t>
            </a:r>
            <a:r>
              <a:rPr lang="en-US" dirty="0"/>
              <a:t> python </a:t>
            </a:r>
            <a:r>
              <a:rPr lang="en-US" dirty="0" err="1"/>
              <a:t>tahu</a:t>
            </a:r>
            <a:r>
              <a:rPr lang="en-US" dirty="0"/>
              <a:t> di </a:t>
            </a:r>
            <a:r>
              <a:rPr lang="en-US" dirty="0" err="1"/>
              <a:t>mana</a:t>
            </a:r>
            <a:r>
              <a:rPr lang="en-US" dirty="0"/>
              <a:t> </a:t>
            </a:r>
            <a:r>
              <a:rPr lang="en-US" dirty="0" err="1"/>
              <a:t>blok</a:t>
            </a:r>
            <a:r>
              <a:rPr lang="en-US" dirty="0"/>
              <a:t> </a:t>
            </a:r>
            <a:r>
              <a:rPr lang="en-US" dirty="0" err="1"/>
              <a:t>kode</a:t>
            </a:r>
            <a:r>
              <a:rPr lang="en-US" dirty="0"/>
              <a:t> </a:t>
            </a:r>
            <a:r>
              <a:rPr lang="en-US" dirty="0" err="1"/>
              <a:t>tertentu</a:t>
            </a:r>
            <a:r>
              <a:rPr lang="en-US" dirty="0"/>
              <a:t> </a:t>
            </a:r>
            <a:r>
              <a:rPr lang="en-US" dirty="0" err="1"/>
              <a:t>berakhir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26648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Modul</a:t>
            </a:r>
            <a:r>
              <a:rPr lang="en-US" dirty="0" smtClean="0"/>
              <a:t> and package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3938" y="2980021"/>
            <a:ext cx="9720262" cy="2634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38289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8281" y="2449512"/>
            <a:ext cx="8791575" cy="369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6628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3938" y="2860205"/>
            <a:ext cx="9720262" cy="2874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5420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3938" y="3445632"/>
            <a:ext cx="9720262" cy="170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4576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Apa</a:t>
            </a:r>
            <a:r>
              <a:rPr lang="en-US" dirty="0" smtClean="0"/>
              <a:t> </a:t>
            </a:r>
            <a:r>
              <a:rPr lang="en-US" dirty="0" err="1" smtClean="0"/>
              <a:t>itu</a:t>
            </a:r>
            <a:r>
              <a:rPr lang="en-US" dirty="0" smtClean="0"/>
              <a:t> </a:t>
            </a:r>
            <a:r>
              <a:rPr lang="en-US" dirty="0" err="1" smtClean="0"/>
              <a:t>jupyter</a:t>
            </a:r>
            <a:r>
              <a:rPr lang="en-US" dirty="0" smtClean="0"/>
              <a:t> 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Jupyter</a:t>
            </a:r>
            <a:r>
              <a:rPr lang="en-US" dirty="0"/>
              <a:t> Notebook </a:t>
            </a:r>
            <a:r>
              <a:rPr lang="en-US" dirty="0" err="1"/>
              <a:t>adalah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 web </a:t>
            </a:r>
            <a:r>
              <a:rPr lang="en-US" dirty="0" err="1"/>
              <a:t>sumber</a:t>
            </a:r>
            <a:r>
              <a:rPr lang="en-US" dirty="0"/>
              <a:t> </a:t>
            </a:r>
            <a:r>
              <a:rPr lang="en-US" dirty="0" err="1"/>
              <a:t>terbuka</a:t>
            </a:r>
            <a:r>
              <a:rPr lang="en-US" dirty="0"/>
              <a:t> yang </a:t>
            </a:r>
            <a:r>
              <a:rPr lang="en-US" dirty="0" err="1"/>
              <a:t>memungkinkan</a:t>
            </a:r>
            <a:r>
              <a:rPr lang="en-US" dirty="0"/>
              <a:t>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berbagi</a:t>
            </a:r>
            <a:r>
              <a:rPr lang="en-US" dirty="0"/>
              <a:t> </a:t>
            </a:r>
            <a:r>
              <a:rPr lang="en-US" dirty="0" err="1"/>
              <a:t>dokumen</a:t>
            </a:r>
            <a:r>
              <a:rPr lang="en-US" dirty="0"/>
              <a:t> yang </a:t>
            </a:r>
            <a:r>
              <a:rPr lang="en-US" dirty="0" err="1"/>
              <a:t>berisi</a:t>
            </a:r>
            <a:r>
              <a:rPr lang="en-US" dirty="0"/>
              <a:t> </a:t>
            </a:r>
            <a:r>
              <a:rPr lang="en-US" dirty="0" err="1"/>
              <a:t>kode</a:t>
            </a:r>
            <a:r>
              <a:rPr lang="en-US" dirty="0"/>
              <a:t> </a:t>
            </a:r>
            <a:r>
              <a:rPr lang="en-US" dirty="0" err="1"/>
              <a:t>langsung</a:t>
            </a:r>
            <a:r>
              <a:rPr lang="en-US" dirty="0"/>
              <a:t>, </a:t>
            </a:r>
            <a:r>
              <a:rPr lang="en-US" dirty="0" err="1"/>
              <a:t>persamaan</a:t>
            </a:r>
            <a:r>
              <a:rPr lang="en-US" dirty="0"/>
              <a:t>, </a:t>
            </a:r>
            <a:r>
              <a:rPr lang="en-US" dirty="0" err="1"/>
              <a:t>visualisasi</a:t>
            </a:r>
            <a:r>
              <a:rPr lang="en-US" dirty="0"/>
              <a:t>,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teks</a:t>
            </a:r>
            <a:r>
              <a:rPr lang="en-US" dirty="0"/>
              <a:t> </a:t>
            </a:r>
            <a:r>
              <a:rPr lang="en-US" dirty="0" err="1"/>
              <a:t>naratif</a:t>
            </a:r>
            <a:r>
              <a:rPr lang="en-US" dirty="0"/>
              <a:t>. </a:t>
            </a:r>
            <a:r>
              <a:rPr lang="en-US" dirty="0" err="1"/>
              <a:t>Penggunaan</a:t>
            </a:r>
            <a:r>
              <a:rPr lang="en-US" dirty="0"/>
              <a:t> </a:t>
            </a:r>
            <a:r>
              <a:rPr lang="en-US" dirty="0" err="1"/>
              <a:t>meliputi</a:t>
            </a:r>
            <a:r>
              <a:rPr lang="en-US" dirty="0"/>
              <a:t>: </a:t>
            </a:r>
            <a:r>
              <a:rPr lang="en-US" dirty="0" err="1"/>
              <a:t>pembersihan</a:t>
            </a:r>
            <a:r>
              <a:rPr lang="en-US" dirty="0"/>
              <a:t>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transformasi</a:t>
            </a:r>
            <a:r>
              <a:rPr lang="en-US" dirty="0"/>
              <a:t> data, </a:t>
            </a:r>
            <a:r>
              <a:rPr lang="en-US" dirty="0" err="1"/>
              <a:t>simulasi</a:t>
            </a:r>
            <a:r>
              <a:rPr lang="en-US" dirty="0"/>
              <a:t> </a:t>
            </a:r>
            <a:r>
              <a:rPr lang="en-US" dirty="0" err="1"/>
              <a:t>numerik</a:t>
            </a:r>
            <a:r>
              <a:rPr lang="en-US" dirty="0"/>
              <a:t>, </a:t>
            </a:r>
            <a:r>
              <a:rPr lang="en-US" dirty="0" err="1"/>
              <a:t>pemodelan</a:t>
            </a:r>
            <a:r>
              <a:rPr lang="en-US" dirty="0"/>
              <a:t> </a:t>
            </a:r>
            <a:r>
              <a:rPr lang="en-US" dirty="0" err="1"/>
              <a:t>statistik</a:t>
            </a:r>
            <a:r>
              <a:rPr lang="en-US" dirty="0"/>
              <a:t>, </a:t>
            </a:r>
            <a:r>
              <a:rPr lang="en-US" dirty="0" err="1"/>
              <a:t>visualisasi</a:t>
            </a:r>
            <a:r>
              <a:rPr lang="en-US" dirty="0"/>
              <a:t> data, </a:t>
            </a:r>
            <a:r>
              <a:rPr lang="en-US" dirty="0" err="1"/>
              <a:t>pembelajaran</a:t>
            </a:r>
            <a:r>
              <a:rPr lang="en-US" dirty="0"/>
              <a:t> </a:t>
            </a:r>
            <a:r>
              <a:rPr lang="en-US" dirty="0" err="1"/>
              <a:t>mesin</a:t>
            </a:r>
            <a:r>
              <a:rPr lang="en-US" dirty="0"/>
              <a:t>,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banyak</a:t>
            </a:r>
            <a:r>
              <a:rPr lang="en-US" dirty="0"/>
              <a:t> </a:t>
            </a:r>
            <a:r>
              <a:rPr lang="en-US" dirty="0" err="1"/>
              <a:t>lagi</a:t>
            </a:r>
            <a:r>
              <a:rPr lang="en-US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76271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Cara install </a:t>
            </a:r>
            <a:r>
              <a:rPr lang="en-US" dirty="0" err="1" smtClean="0"/>
              <a:t>jupyter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Menjalankan</a:t>
            </a:r>
            <a:r>
              <a:rPr lang="en-US" b="1" dirty="0"/>
              <a:t> Notebook </a:t>
            </a:r>
            <a:r>
              <a:rPr lang="en-US" b="1" dirty="0" err="1"/>
              <a:t>Jupyter</a:t>
            </a:r>
            <a:r>
              <a:rPr lang="en-US" b="1" dirty="0"/>
              <a:t> </a:t>
            </a:r>
            <a:r>
              <a:rPr lang="en-US" b="1" dirty="0" err="1"/>
              <a:t>Dengan</a:t>
            </a:r>
            <a:r>
              <a:rPr lang="en-US" b="1" dirty="0"/>
              <a:t> </a:t>
            </a:r>
            <a:r>
              <a:rPr lang="en-US" b="1" dirty="0" err="1"/>
              <a:t>Distribusi</a:t>
            </a:r>
            <a:r>
              <a:rPr lang="en-US" b="1" dirty="0"/>
              <a:t> Python Anaconda</a:t>
            </a:r>
          </a:p>
          <a:p>
            <a:r>
              <a:rPr lang="en-US" dirty="0"/>
              <a:t>Salah </a:t>
            </a:r>
            <a:r>
              <a:rPr lang="en-US" dirty="0" err="1"/>
              <a:t>satu</a:t>
            </a:r>
            <a:r>
              <a:rPr lang="en-US" dirty="0"/>
              <a:t> </a:t>
            </a:r>
            <a:r>
              <a:rPr lang="en-US" dirty="0" err="1"/>
              <a:t>persyaratan</a:t>
            </a:r>
            <a:r>
              <a:rPr lang="en-US" dirty="0"/>
              <a:t> di </a:t>
            </a:r>
            <a:r>
              <a:rPr lang="en-US" dirty="0" err="1"/>
              <a:t>sini</a:t>
            </a:r>
            <a:r>
              <a:rPr lang="en-US" dirty="0"/>
              <a:t> </a:t>
            </a:r>
            <a:r>
              <a:rPr lang="en-US" dirty="0" err="1"/>
              <a:t>adalah</a:t>
            </a:r>
            <a:r>
              <a:rPr lang="en-US" dirty="0"/>
              <a:t> Python, </a:t>
            </a:r>
            <a:r>
              <a:rPr lang="en-US" dirty="0" err="1"/>
              <a:t>baik</a:t>
            </a:r>
            <a:r>
              <a:rPr lang="en-US" dirty="0"/>
              <a:t> Python 3.3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besar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Python 2.7. </a:t>
            </a:r>
            <a:r>
              <a:rPr lang="en-US" dirty="0" err="1"/>
              <a:t>Rekomendasi</a:t>
            </a:r>
            <a:r>
              <a:rPr lang="en-US" dirty="0"/>
              <a:t> </a:t>
            </a:r>
            <a:r>
              <a:rPr lang="en-US" dirty="0" err="1"/>
              <a:t>umum</a:t>
            </a:r>
            <a:r>
              <a:rPr lang="en-US" dirty="0"/>
              <a:t> </a:t>
            </a:r>
            <a:r>
              <a:rPr lang="en-US" dirty="0" err="1"/>
              <a:t>adalah</a:t>
            </a:r>
            <a:r>
              <a:rPr lang="en-US" dirty="0"/>
              <a:t>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distribusi</a:t>
            </a:r>
            <a:r>
              <a:rPr lang="en-US" dirty="0"/>
              <a:t> Anaconda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menginstal</a:t>
            </a:r>
            <a:r>
              <a:rPr lang="en-US" dirty="0"/>
              <a:t> Python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 notebook.</a:t>
            </a:r>
          </a:p>
          <a:p>
            <a:r>
              <a:rPr lang="en-US" dirty="0" err="1"/>
              <a:t>Keuntungan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Anaconda </a:t>
            </a:r>
            <a:r>
              <a:rPr lang="en-US" dirty="0" err="1"/>
              <a:t>adalah</a:t>
            </a:r>
            <a:r>
              <a:rPr lang="en-US" dirty="0"/>
              <a:t>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memiliki</a:t>
            </a:r>
            <a:r>
              <a:rPr lang="en-US" dirty="0"/>
              <a:t> </a:t>
            </a:r>
            <a:r>
              <a:rPr lang="en-US" dirty="0" err="1"/>
              <a:t>akses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720 </a:t>
            </a:r>
            <a:r>
              <a:rPr lang="en-US" dirty="0" err="1"/>
              <a:t>paket</a:t>
            </a:r>
            <a:r>
              <a:rPr lang="en-US" dirty="0"/>
              <a:t> yang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mudah</a:t>
            </a:r>
            <a:r>
              <a:rPr lang="en-US" dirty="0"/>
              <a:t> </a:t>
            </a:r>
            <a:r>
              <a:rPr lang="en-US" dirty="0" err="1"/>
              <a:t>diinstal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kondominium</a:t>
            </a:r>
            <a:r>
              <a:rPr lang="en-US" dirty="0"/>
              <a:t>, </a:t>
            </a:r>
            <a:r>
              <a:rPr lang="en-US" dirty="0" err="1"/>
              <a:t>paket</a:t>
            </a:r>
            <a:r>
              <a:rPr lang="en-US" dirty="0"/>
              <a:t>, </a:t>
            </a:r>
            <a:r>
              <a:rPr lang="en-US" dirty="0" err="1"/>
              <a:t>ketergantungan</a:t>
            </a:r>
            <a:r>
              <a:rPr lang="en-US" dirty="0"/>
              <a:t>,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pengelola</a:t>
            </a:r>
            <a:r>
              <a:rPr lang="en-US" dirty="0"/>
              <a:t> </a:t>
            </a:r>
            <a:r>
              <a:rPr lang="en-US" dirty="0" err="1"/>
              <a:t>lingkungan</a:t>
            </a:r>
            <a:r>
              <a:rPr lang="en-US" dirty="0"/>
              <a:t> Anaconda. 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mengikuti</a:t>
            </a:r>
            <a:r>
              <a:rPr lang="en-US" dirty="0"/>
              <a:t> </a:t>
            </a:r>
            <a:r>
              <a:rPr lang="en-US" dirty="0" err="1"/>
              <a:t>instruksi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pemasangan</a:t>
            </a:r>
            <a:r>
              <a:rPr lang="en-US" dirty="0"/>
              <a:t> Anaconda di </a:t>
            </a:r>
            <a:r>
              <a:rPr lang="en-US" dirty="0" err="1"/>
              <a:t>sini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 </a:t>
            </a:r>
            <a:r>
              <a:rPr lang="en-US" dirty="0">
                <a:hlinkClick r:id="rId2"/>
              </a:rPr>
              <a:t>Mac</a:t>
            </a:r>
            <a:r>
              <a:rPr lang="en-US" dirty="0"/>
              <a:t> </a:t>
            </a:r>
            <a:r>
              <a:rPr lang="en-US" dirty="0" err="1"/>
              <a:t>atau</a:t>
            </a:r>
            <a:r>
              <a:rPr lang="en-US" dirty="0"/>
              <a:t> </a:t>
            </a:r>
            <a:r>
              <a:rPr lang="en-US" dirty="0">
                <a:hlinkClick r:id="rId3"/>
              </a:rPr>
              <a:t>Windows</a:t>
            </a:r>
            <a:r>
              <a:rPr lang="en-US" dirty="0"/>
              <a:t> .</a:t>
            </a:r>
          </a:p>
          <a:p>
            <a:r>
              <a:rPr lang="en-US" dirty="0" err="1"/>
              <a:t>Apakah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</a:t>
            </a:r>
            <a:r>
              <a:rPr lang="en-US" dirty="0" err="1"/>
              <a:t>sesuatu</a:t>
            </a:r>
            <a:r>
              <a:rPr lang="en-US" dirty="0"/>
              <a:t> yang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jelas</a:t>
            </a:r>
            <a:r>
              <a:rPr lang="en-US" dirty="0"/>
              <a:t>? 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selalu</a:t>
            </a:r>
            <a:r>
              <a:rPr lang="en-US" dirty="0"/>
              <a:t>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membaca</a:t>
            </a:r>
            <a:r>
              <a:rPr lang="en-US" dirty="0"/>
              <a:t> </a:t>
            </a:r>
            <a:r>
              <a:rPr lang="en-US" dirty="0" err="1"/>
              <a:t>instruksi</a:t>
            </a:r>
            <a:r>
              <a:rPr lang="en-US" dirty="0"/>
              <a:t> </a:t>
            </a:r>
            <a:r>
              <a:rPr lang="en-US" dirty="0" err="1"/>
              <a:t>instalasi</a:t>
            </a:r>
            <a:r>
              <a:rPr lang="en-US" dirty="0"/>
              <a:t> </a:t>
            </a:r>
            <a:r>
              <a:rPr lang="en-US" dirty="0" err="1"/>
              <a:t>Jupyter</a:t>
            </a:r>
            <a:r>
              <a:rPr lang="en-US" dirty="0"/>
              <a:t> di </a:t>
            </a:r>
            <a:r>
              <a:rPr lang="en-US" dirty="0" err="1">
                <a:hlinkClick r:id="rId4"/>
              </a:rPr>
              <a:t>sini</a:t>
            </a:r>
            <a:r>
              <a:rPr lang="en-US" dirty="0"/>
              <a:t> </a:t>
            </a:r>
            <a:r>
              <a:rPr lang="en-US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22688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Menjalankan</a:t>
            </a:r>
            <a:r>
              <a:rPr lang="en-US" b="1" dirty="0"/>
              <a:t> </a:t>
            </a:r>
            <a:r>
              <a:rPr lang="en-US" b="1" dirty="0" err="1"/>
              <a:t>Jupyter</a:t>
            </a:r>
            <a:r>
              <a:rPr lang="en-US" b="1" dirty="0"/>
              <a:t> Notebook The </a:t>
            </a:r>
            <a:r>
              <a:rPr lang="en-US" b="1" dirty="0" err="1"/>
              <a:t>Pythonic</a:t>
            </a:r>
            <a:r>
              <a:rPr lang="en-US" b="1" dirty="0"/>
              <a:t> Way: Pip</a:t>
            </a:r>
          </a:p>
          <a:p>
            <a:r>
              <a:rPr lang="en-US" dirty="0" err="1"/>
              <a:t>Jika</a:t>
            </a:r>
            <a:r>
              <a:rPr lang="en-US" dirty="0"/>
              <a:t>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ingin</a:t>
            </a:r>
            <a:r>
              <a:rPr lang="en-US" dirty="0"/>
              <a:t> </a:t>
            </a:r>
            <a:r>
              <a:rPr lang="en-US" dirty="0" err="1"/>
              <a:t>menginstal</a:t>
            </a:r>
            <a:r>
              <a:rPr lang="en-US" dirty="0"/>
              <a:t> Anaconda,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hanya</a:t>
            </a:r>
            <a:r>
              <a:rPr lang="en-US" dirty="0"/>
              <a:t> </a:t>
            </a:r>
            <a:r>
              <a:rPr lang="en-US" dirty="0" err="1"/>
              <a:t>perlu</a:t>
            </a:r>
            <a:r>
              <a:rPr lang="en-US" dirty="0"/>
              <a:t> </a:t>
            </a:r>
            <a:r>
              <a:rPr lang="en-US" dirty="0" err="1"/>
              <a:t>memastikan</a:t>
            </a:r>
            <a:r>
              <a:rPr lang="en-US" dirty="0"/>
              <a:t> </a:t>
            </a:r>
            <a:r>
              <a:rPr lang="en-US" dirty="0" err="1"/>
              <a:t>bahwa</a:t>
            </a:r>
            <a:r>
              <a:rPr lang="en-US" dirty="0"/>
              <a:t>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memiliki</a:t>
            </a:r>
            <a:r>
              <a:rPr lang="en-US" dirty="0"/>
              <a:t> </a:t>
            </a:r>
            <a:r>
              <a:rPr lang="en-US" dirty="0" err="1"/>
              <a:t>versi</a:t>
            </a:r>
            <a:r>
              <a:rPr lang="en-US" dirty="0"/>
              <a:t> </a:t>
            </a:r>
            <a:r>
              <a:rPr lang="en-US" dirty="0" err="1"/>
              <a:t>terbaru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pip. </a:t>
            </a:r>
            <a:r>
              <a:rPr lang="en-US" dirty="0" err="1"/>
              <a:t>Jika</a:t>
            </a:r>
            <a:r>
              <a:rPr lang="en-US" dirty="0"/>
              <a:t>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telah</a:t>
            </a:r>
            <a:r>
              <a:rPr lang="en-US" dirty="0"/>
              <a:t> </a:t>
            </a:r>
            <a:r>
              <a:rPr lang="en-US" dirty="0" err="1"/>
              <a:t>menginstal</a:t>
            </a:r>
            <a:r>
              <a:rPr lang="en-US" dirty="0"/>
              <a:t> Python,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biasanya</a:t>
            </a:r>
            <a:r>
              <a:rPr lang="en-US" dirty="0"/>
              <a:t>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memilikinya</a:t>
            </a:r>
            <a:r>
              <a:rPr lang="en-US" dirty="0"/>
              <a:t>.</a:t>
            </a:r>
          </a:p>
          <a:p>
            <a:r>
              <a:rPr lang="en-US" dirty="0"/>
              <a:t>Yang </a:t>
            </a:r>
            <a:r>
              <a:rPr lang="en-US" dirty="0" err="1"/>
              <a:t>perlu</a:t>
            </a:r>
            <a:r>
              <a:rPr lang="en-US" dirty="0"/>
              <a:t>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adalah</a:t>
            </a:r>
            <a:r>
              <a:rPr lang="en-US" dirty="0"/>
              <a:t> </a:t>
            </a:r>
            <a:r>
              <a:rPr lang="en-US" dirty="0" err="1"/>
              <a:t>memutakhirkan</a:t>
            </a:r>
            <a:r>
              <a:rPr lang="en-US" dirty="0"/>
              <a:t> pip: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013" y="4713194"/>
            <a:ext cx="10782300" cy="83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1992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Cara </a:t>
            </a:r>
            <a:r>
              <a:rPr lang="en-US" dirty="0" err="1" smtClean="0"/>
              <a:t>menggunakan</a:t>
            </a:r>
            <a:r>
              <a:rPr lang="en-US" dirty="0" smtClean="0"/>
              <a:t> </a:t>
            </a:r>
            <a:r>
              <a:rPr lang="en-US" dirty="0" err="1" smtClean="0"/>
              <a:t>jupyter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v-SE" dirty="0" smtClean="0"/>
              <a:t>Jalankan </a:t>
            </a:r>
            <a:r>
              <a:rPr lang="sv-SE" dirty="0"/>
              <a:t>perintah berikut untuk membuka aplikasi</a:t>
            </a:r>
            <a:r>
              <a:rPr lang="sv-SE" dirty="0" smtClean="0"/>
              <a:t>:</a:t>
            </a:r>
          </a:p>
          <a:p>
            <a:endParaRPr lang="sv-SE" dirty="0"/>
          </a:p>
          <a:p>
            <a:endParaRPr lang="sv-SE" dirty="0" smtClean="0"/>
          </a:p>
          <a:p>
            <a:endParaRPr lang="sv-SE" dirty="0"/>
          </a:p>
          <a:p>
            <a:r>
              <a:rPr lang="sv-SE" dirty="0" smtClean="0"/>
              <a:t>Ketikan ’jupyter notebook’ pada cmd dan langsung ke buka di web jupyter</a:t>
            </a:r>
            <a:endParaRPr lang="sv-SE" dirty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8213" y="2868706"/>
            <a:ext cx="37719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0515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Walaa</a:t>
            </a:r>
            <a:r>
              <a:rPr lang="en-US" dirty="0" smtClean="0"/>
              <a:t>..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12456" y="2286000"/>
            <a:ext cx="7143226" cy="402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5318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seaborn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Seaborn</a:t>
            </a:r>
            <a:r>
              <a:rPr lang="en-US" dirty="0"/>
              <a:t> </a:t>
            </a:r>
            <a:r>
              <a:rPr lang="en-US" dirty="0" err="1"/>
              <a:t>adalah</a:t>
            </a:r>
            <a:r>
              <a:rPr lang="en-US" dirty="0"/>
              <a:t> </a:t>
            </a:r>
            <a:r>
              <a:rPr lang="en-US" dirty="0" err="1"/>
              <a:t>perpustakaan</a:t>
            </a:r>
            <a:r>
              <a:rPr lang="en-US" dirty="0"/>
              <a:t> </a:t>
            </a:r>
            <a:r>
              <a:rPr lang="en-US" dirty="0" err="1"/>
              <a:t>visualisasi</a:t>
            </a:r>
            <a:r>
              <a:rPr lang="en-US" dirty="0"/>
              <a:t> data Python </a:t>
            </a:r>
            <a:r>
              <a:rPr lang="en-US" dirty="0" err="1"/>
              <a:t>berdasarkan</a:t>
            </a:r>
            <a:r>
              <a:rPr lang="en-US" dirty="0"/>
              <a:t> </a:t>
            </a:r>
            <a:r>
              <a:rPr lang="en-US" dirty="0" err="1"/>
              <a:t>matplotlib</a:t>
            </a:r>
            <a:r>
              <a:rPr lang="en-US" dirty="0"/>
              <a:t>.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menyediakan</a:t>
            </a:r>
            <a:r>
              <a:rPr lang="en-US" dirty="0"/>
              <a:t> </a:t>
            </a:r>
            <a:r>
              <a:rPr lang="en-US" dirty="0" err="1"/>
              <a:t>antarmuka</a:t>
            </a:r>
            <a:r>
              <a:rPr lang="en-US" dirty="0"/>
              <a:t> </a:t>
            </a:r>
            <a:r>
              <a:rPr lang="en-US" dirty="0" err="1"/>
              <a:t>tingkat</a:t>
            </a:r>
            <a:r>
              <a:rPr lang="en-US" dirty="0"/>
              <a:t> </a:t>
            </a:r>
            <a:r>
              <a:rPr lang="en-US" dirty="0" err="1"/>
              <a:t>tinggi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menggambar</a:t>
            </a:r>
            <a:r>
              <a:rPr lang="en-US" dirty="0"/>
              <a:t> </a:t>
            </a:r>
            <a:r>
              <a:rPr lang="en-US" dirty="0" err="1"/>
              <a:t>grafik</a:t>
            </a:r>
            <a:r>
              <a:rPr lang="en-US" dirty="0"/>
              <a:t> </a:t>
            </a:r>
            <a:r>
              <a:rPr lang="en-US" dirty="0" err="1"/>
              <a:t>statistik</a:t>
            </a:r>
            <a:r>
              <a:rPr lang="en-US" dirty="0"/>
              <a:t> yang </a:t>
            </a:r>
            <a:r>
              <a:rPr lang="en-US" dirty="0" err="1"/>
              <a:t>menarik</a:t>
            </a:r>
            <a:r>
              <a:rPr lang="en-US" dirty="0"/>
              <a:t>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informatif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63252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Install </a:t>
            </a:r>
            <a:r>
              <a:rPr lang="en-US" dirty="0" err="1" smtClean="0"/>
              <a:t>seaborn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35846" y="2286000"/>
            <a:ext cx="7096445" cy="402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10768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Daftar</a:t>
            </a:r>
            <a:r>
              <a:rPr lang="en-US" dirty="0" smtClean="0"/>
              <a:t> </a:t>
            </a:r>
            <a:r>
              <a:rPr lang="en-US" dirty="0" err="1" smtClean="0"/>
              <a:t>pustaka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1. </a:t>
            </a:r>
            <a:r>
              <a:rPr lang="en-US" dirty="0">
                <a:hlinkClick r:id="rId2"/>
              </a:rPr>
              <a:t>https</a:t>
            </a:r>
            <a:r>
              <a:rPr lang="en-US" dirty="0" smtClean="0">
                <a:hlinkClick r:id="rId2"/>
              </a:rPr>
              <a:t>://wiki.python.org/moin/UsefulModules</a:t>
            </a:r>
            <a:endParaRPr lang="en-US" dirty="0" smtClean="0"/>
          </a:p>
          <a:p>
            <a:r>
              <a:rPr lang="en-US" dirty="0" smtClean="0"/>
              <a:t>2. </a:t>
            </a:r>
            <a:r>
              <a:rPr lang="en-US" dirty="0">
                <a:hlinkClick r:id="rId3"/>
              </a:rPr>
              <a:t>https://</a:t>
            </a:r>
            <a:r>
              <a:rPr lang="en-US" dirty="0" smtClean="0">
                <a:hlinkClick r:id="rId3"/>
              </a:rPr>
              <a:t>belajarpython.com/tutorial/object-class-python</a:t>
            </a:r>
            <a:endParaRPr lang="en-US" dirty="0" smtClean="0"/>
          </a:p>
          <a:p>
            <a:r>
              <a:rPr lang="en-US" dirty="0" smtClean="0"/>
              <a:t>3. </a:t>
            </a:r>
            <a:r>
              <a:rPr lang="en-US" dirty="0">
                <a:hlinkClick r:id="rId4"/>
              </a:rPr>
              <a:t>https://</a:t>
            </a:r>
            <a:r>
              <a:rPr lang="en-US" dirty="0" smtClean="0">
                <a:hlinkClick r:id="rId4"/>
              </a:rPr>
              <a:t>belajarpython.com/tutorial/tipe-data-python</a:t>
            </a:r>
            <a:endParaRPr lang="en-US" dirty="0" smtClean="0"/>
          </a:p>
          <a:p>
            <a:r>
              <a:rPr lang="en-US" dirty="0" smtClean="0"/>
              <a:t>4. </a:t>
            </a:r>
            <a:r>
              <a:rPr lang="en-US" dirty="0">
                <a:hlinkClick r:id="rId5"/>
              </a:rPr>
              <a:t>https://packaging.python.org/discussions/pip-vs-easy-install/</a:t>
            </a:r>
            <a:endParaRPr lang="en-US" dirty="0" smtClean="0"/>
          </a:p>
          <a:p>
            <a:r>
              <a:rPr lang="en-US" dirty="0"/>
              <a:t>5</a:t>
            </a:r>
            <a:r>
              <a:rPr lang="en-US" dirty="0" smtClean="0"/>
              <a:t>. </a:t>
            </a:r>
            <a:r>
              <a:rPr lang="en-US" dirty="0">
                <a:hlinkClick r:id="rId6"/>
              </a:rPr>
              <a:t>https://</a:t>
            </a:r>
            <a:r>
              <a:rPr lang="en-US" dirty="0" smtClean="0">
                <a:hlinkClick r:id="rId6"/>
              </a:rPr>
              <a:t>belajarpython.com/tutorial/variabel-python</a:t>
            </a:r>
            <a:endParaRPr lang="en-US" dirty="0" smtClean="0"/>
          </a:p>
          <a:p>
            <a:r>
              <a:rPr lang="en-US" dirty="0" smtClean="0"/>
              <a:t>6. </a:t>
            </a:r>
            <a:r>
              <a:rPr lang="en-US" dirty="0">
                <a:hlinkClick r:id="rId7"/>
              </a:rPr>
              <a:t>https://www.petanikode.com/python-windows/</a:t>
            </a:r>
            <a:endParaRPr lang="en-US" dirty="0" smtClean="0"/>
          </a:p>
          <a:p>
            <a:r>
              <a:rPr lang="en-US" dirty="0" smtClean="0"/>
              <a:t>7. </a:t>
            </a:r>
            <a:r>
              <a:rPr lang="en-US" dirty="0">
                <a:hlinkClick r:id="rId8"/>
              </a:rPr>
              <a:t>https://</a:t>
            </a:r>
            <a:r>
              <a:rPr lang="en-US" dirty="0" smtClean="0">
                <a:hlinkClick r:id="rId8"/>
              </a:rPr>
              <a:t>belajarpython.com/tutorial/kondisi-if-else-python</a:t>
            </a:r>
            <a:endParaRPr lang="en-US" dirty="0" smtClean="0"/>
          </a:p>
          <a:p>
            <a:r>
              <a:rPr lang="en-US" dirty="0" smtClean="0"/>
              <a:t>8. </a:t>
            </a:r>
            <a:r>
              <a:rPr lang="en-US" dirty="0">
                <a:hlinkClick r:id="rId9"/>
              </a:rPr>
              <a:t>https://www.codepolitan.com/melihat-berbagai-macam-function-python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7996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shade val="89000"/>
                <a:satMod val="145000"/>
              </a:schemeClr>
            </a:duotone>
          </a:blip>
          <a:tile tx="0" ty="0" sx="32000" sy="32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</a:schemeClr>
              <a:schemeClr val="phClr">
                <a:shade val="95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090DCB5F-146D-478A-852A-34B16FE9F3A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489</TotalTime>
  <Words>1315</Words>
  <Application>Microsoft Office PowerPoint</Application>
  <PresentationFormat>Widescreen</PresentationFormat>
  <Paragraphs>108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0" baseType="lpstr">
      <vt:lpstr>Arial Unicode MS</vt:lpstr>
      <vt:lpstr>Arial</vt:lpstr>
      <vt:lpstr>Tw Cen MT</vt:lpstr>
      <vt:lpstr>Tw Cen MT Condensed</vt:lpstr>
      <vt:lpstr>Wingdings</vt:lpstr>
      <vt:lpstr>Wingdings 3</vt:lpstr>
      <vt:lpstr>Integral</vt:lpstr>
      <vt:lpstr>Pengenalan python</vt:lpstr>
      <vt:lpstr>Apa itu python ?</vt:lpstr>
      <vt:lpstr>Install python on windows</vt:lpstr>
      <vt:lpstr>PowerPoint Presentation</vt:lpstr>
      <vt:lpstr>PowerPoint Presentation</vt:lpstr>
      <vt:lpstr>Easy install</vt:lpstr>
      <vt:lpstr>PowerPoint Presentation</vt:lpstr>
      <vt:lpstr>Pip instal</vt:lpstr>
      <vt:lpstr>PowerPoint Presentation</vt:lpstr>
      <vt:lpstr>Easy_install vs pip</vt:lpstr>
      <vt:lpstr>Data type on python</vt:lpstr>
      <vt:lpstr>PowerPoint Presentation</vt:lpstr>
      <vt:lpstr>Variable python</vt:lpstr>
      <vt:lpstr>PowerPoint Presentation</vt:lpstr>
      <vt:lpstr>contoh</vt:lpstr>
      <vt:lpstr>Structure data on python</vt:lpstr>
      <vt:lpstr>PowerPoint Presentation</vt:lpstr>
      <vt:lpstr>PowerPoint Presentation</vt:lpstr>
      <vt:lpstr>Kondisi if</vt:lpstr>
      <vt:lpstr>PowerPoint Presentation</vt:lpstr>
      <vt:lpstr>Kondisi if else</vt:lpstr>
      <vt:lpstr>Kondisi elif</vt:lpstr>
      <vt:lpstr>Loop on python</vt:lpstr>
      <vt:lpstr>While loop</vt:lpstr>
      <vt:lpstr>PowerPoint Presentation</vt:lpstr>
      <vt:lpstr>Nested loop</vt:lpstr>
      <vt:lpstr>Fungsi python</vt:lpstr>
      <vt:lpstr>Mendefinisikan funsgi</vt:lpstr>
      <vt:lpstr>PowerPoint Presentation</vt:lpstr>
      <vt:lpstr>PowerPoint Presentation</vt:lpstr>
      <vt:lpstr>PowerPoint Presentation</vt:lpstr>
      <vt:lpstr>Modul and package</vt:lpstr>
      <vt:lpstr>PowerPoint Presentation</vt:lpstr>
      <vt:lpstr>PowerPoint Presentation</vt:lpstr>
      <vt:lpstr>PowerPoint Presentation</vt:lpstr>
      <vt:lpstr>Apa itu jupyter ?</vt:lpstr>
      <vt:lpstr>Cara install jupyter</vt:lpstr>
      <vt:lpstr>PowerPoint Presentation</vt:lpstr>
      <vt:lpstr>Cara menggunakan jupyter</vt:lpstr>
      <vt:lpstr>Walaa..</vt:lpstr>
      <vt:lpstr>seaborn</vt:lpstr>
      <vt:lpstr>Install seaborn</vt:lpstr>
      <vt:lpstr>Daftar pustaka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Pengenalan python</dc:title>
  <dc:creator>Ken Riadi Yustisio</dc:creator>
  <cp:lastModifiedBy>Ken Riadi Yustisio</cp:lastModifiedBy>
  <cp:revision>28</cp:revision>
  <dcterms:created xsi:type="dcterms:W3CDTF">2019-03-22T07:03:05Z</dcterms:created>
  <dcterms:modified xsi:type="dcterms:W3CDTF">2019-03-30T11:55:14Z</dcterms:modified>
</cp:coreProperties>
</file>